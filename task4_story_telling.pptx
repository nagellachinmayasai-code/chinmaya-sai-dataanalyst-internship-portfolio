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1EEC93-2EF8-4815-9D73-DE05DA8F84BF}" v="29" dt="2026-05-02T16:14:29.976"/>
    <p1510:client id="{5AFCC030-3EB4-47F2-8C3A-6CA450216EFE}" v="105" dt="2026-05-02T17:19:44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maya sai Nagella" userId="9f024b26dcac1121" providerId="LiveId" clId="{4343BE5F-A06C-4D94-A332-E5F439F4408B}"/>
    <pc:docChg chg="custSel modSld">
      <pc:chgData name="Chinmaya sai Nagella" userId="9f024b26dcac1121" providerId="LiveId" clId="{4343BE5F-A06C-4D94-A332-E5F439F4408B}" dt="2026-05-02T18:46:23.779" v="0" actId="478"/>
      <pc:docMkLst>
        <pc:docMk/>
      </pc:docMkLst>
      <pc:sldChg chg="delSp mod">
        <pc:chgData name="Chinmaya sai Nagella" userId="9f024b26dcac1121" providerId="LiveId" clId="{4343BE5F-A06C-4D94-A332-E5F439F4408B}" dt="2026-05-02T18:46:23.779" v="0" actId="478"/>
        <pc:sldMkLst>
          <pc:docMk/>
          <pc:sldMk cId="930220228" sldId="265"/>
        </pc:sldMkLst>
        <pc:spChg chg="del">
          <ac:chgData name="Chinmaya sai Nagella" userId="9f024b26dcac1121" providerId="LiveId" clId="{4343BE5F-A06C-4D94-A332-E5F439F4408B}" dt="2026-05-02T18:46:23.779" v="0" actId="478"/>
          <ac:spMkLst>
            <pc:docMk/>
            <pc:sldMk cId="930220228" sldId="265"/>
            <ac:spMk id="3" creationId="{5FA89766-89CE-AF29-5B99-08D7E564D91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CB8AD7-8688-4946-96D1-18C889DD085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B86023-4BD3-4C43-9CF1-C02A9F9B16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used: cleaned_sales.csv</a:t>
          </a:r>
        </a:p>
      </dgm:t>
    </dgm:pt>
    <dgm:pt modelId="{380A2EB7-0602-49C6-9DD0-D4F826100E41}" type="parTrans" cxnId="{0C5D279D-4513-4C68-8149-3B2D405E2F40}">
      <dgm:prSet/>
      <dgm:spPr/>
      <dgm:t>
        <a:bodyPr/>
        <a:lstStyle/>
        <a:p>
          <a:endParaRPr lang="en-US"/>
        </a:p>
      </dgm:t>
    </dgm:pt>
    <dgm:pt modelId="{EF4F762E-B58F-46E7-BD65-933C84DB2753}" type="sibTrans" cxnId="{0C5D279D-4513-4C68-8149-3B2D405E2F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C3DD4D-1F16-49D4-86D9-BC984B1C43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Includes: Order ID, Category, Product, City, Payment Mode, Revenue</a:t>
          </a:r>
        </a:p>
      </dgm:t>
    </dgm:pt>
    <dgm:pt modelId="{8CE32206-9BE6-4EA6-BD4D-D6EACDEF91ED}" type="parTrans" cxnId="{D8574694-1E28-458D-936F-7EDFAE5378AD}">
      <dgm:prSet/>
      <dgm:spPr/>
      <dgm:t>
        <a:bodyPr/>
        <a:lstStyle/>
        <a:p>
          <a:endParaRPr lang="en-US"/>
        </a:p>
      </dgm:t>
    </dgm:pt>
    <dgm:pt modelId="{763E198E-2915-4A3D-8F31-DAFDAA503F32}" type="sibTrans" cxnId="{D8574694-1E28-458D-936F-7EDFAE5378AD}">
      <dgm:prSet/>
      <dgm:spPr/>
      <dgm:t>
        <a:bodyPr/>
        <a:lstStyle/>
        <a:p>
          <a:endParaRPr lang="en-US"/>
        </a:p>
      </dgm:t>
    </dgm:pt>
    <dgm:pt modelId="{16C02A68-5921-416B-8846-B2CBC0ADFF3B}" type="pres">
      <dgm:prSet presAssocID="{DFCB8AD7-8688-4946-96D1-18C889DD085F}" presName="root" presStyleCnt="0">
        <dgm:presLayoutVars>
          <dgm:dir/>
          <dgm:resizeHandles val="exact"/>
        </dgm:presLayoutVars>
      </dgm:prSet>
      <dgm:spPr/>
    </dgm:pt>
    <dgm:pt modelId="{4A1F409E-7038-49B1-B34B-FFE69F61A12B}" type="pres">
      <dgm:prSet presAssocID="{DFCB8AD7-8688-4946-96D1-18C889DD085F}" presName="container" presStyleCnt="0">
        <dgm:presLayoutVars>
          <dgm:dir/>
          <dgm:resizeHandles val="exact"/>
        </dgm:presLayoutVars>
      </dgm:prSet>
      <dgm:spPr/>
    </dgm:pt>
    <dgm:pt modelId="{39E9CA90-0B04-47BA-B168-BC83D90F775F}" type="pres">
      <dgm:prSet presAssocID="{3BB86023-4BD3-4C43-9CF1-C02A9F9B16AF}" presName="compNode" presStyleCnt="0"/>
      <dgm:spPr/>
    </dgm:pt>
    <dgm:pt modelId="{E241BA7A-31FF-4481-9BFE-D597C3E37E6C}" type="pres">
      <dgm:prSet presAssocID="{3BB86023-4BD3-4C43-9CF1-C02A9F9B16AF}" presName="iconBgRect" presStyleLbl="bgShp" presStyleIdx="0" presStyleCnt="2"/>
      <dgm:spPr/>
    </dgm:pt>
    <dgm:pt modelId="{F8721DDC-CAD2-4251-879D-496DAD99FAE1}" type="pres">
      <dgm:prSet presAssocID="{3BB86023-4BD3-4C43-9CF1-C02A9F9B16A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4913447-DA09-4233-B3AF-FF929C322922}" type="pres">
      <dgm:prSet presAssocID="{3BB86023-4BD3-4C43-9CF1-C02A9F9B16AF}" presName="spaceRect" presStyleCnt="0"/>
      <dgm:spPr/>
    </dgm:pt>
    <dgm:pt modelId="{2C432E28-DCF7-49BD-9720-61A41BF35FFB}" type="pres">
      <dgm:prSet presAssocID="{3BB86023-4BD3-4C43-9CF1-C02A9F9B16AF}" presName="textRect" presStyleLbl="revTx" presStyleIdx="0" presStyleCnt="2">
        <dgm:presLayoutVars>
          <dgm:chMax val="1"/>
          <dgm:chPref val="1"/>
        </dgm:presLayoutVars>
      </dgm:prSet>
      <dgm:spPr/>
    </dgm:pt>
    <dgm:pt modelId="{086D10B2-3407-4D35-AC76-CEE9F9D2F1A6}" type="pres">
      <dgm:prSet presAssocID="{EF4F762E-B58F-46E7-BD65-933C84DB2753}" presName="sibTrans" presStyleLbl="sibTrans2D1" presStyleIdx="0" presStyleCnt="0"/>
      <dgm:spPr/>
    </dgm:pt>
    <dgm:pt modelId="{52A82683-243F-409E-AC5F-83026893AC13}" type="pres">
      <dgm:prSet presAssocID="{6EC3DD4D-1F16-49D4-86D9-BC984B1C4334}" presName="compNode" presStyleCnt="0"/>
      <dgm:spPr/>
    </dgm:pt>
    <dgm:pt modelId="{F8F170DA-62B9-4C54-9633-7193138E2945}" type="pres">
      <dgm:prSet presAssocID="{6EC3DD4D-1F16-49D4-86D9-BC984B1C4334}" presName="iconBgRect" presStyleLbl="bgShp" presStyleIdx="1" presStyleCnt="2"/>
      <dgm:spPr/>
    </dgm:pt>
    <dgm:pt modelId="{A65E74D2-54E2-4897-BA46-4B6F03DBBDDD}" type="pres">
      <dgm:prSet presAssocID="{6EC3DD4D-1F16-49D4-86D9-BC984B1C433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5A8353CA-D2E3-492C-80AA-2AC40E7AD79B}" type="pres">
      <dgm:prSet presAssocID="{6EC3DD4D-1F16-49D4-86D9-BC984B1C4334}" presName="spaceRect" presStyleCnt="0"/>
      <dgm:spPr/>
    </dgm:pt>
    <dgm:pt modelId="{922EF4CF-F59B-4D7F-B958-88EC4650A323}" type="pres">
      <dgm:prSet presAssocID="{6EC3DD4D-1F16-49D4-86D9-BC984B1C433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4E66201-1DC9-4A6C-83EC-86B0ED63509B}" type="presOf" srcId="{DFCB8AD7-8688-4946-96D1-18C889DD085F}" destId="{16C02A68-5921-416B-8846-B2CBC0ADFF3B}" srcOrd="0" destOrd="0" presId="urn:microsoft.com/office/officeart/2018/2/layout/IconCircleList"/>
    <dgm:cxn modelId="{CBCF6579-EB24-484C-9D25-78DFF12200CA}" type="presOf" srcId="{EF4F762E-B58F-46E7-BD65-933C84DB2753}" destId="{086D10B2-3407-4D35-AC76-CEE9F9D2F1A6}" srcOrd="0" destOrd="0" presId="urn:microsoft.com/office/officeart/2018/2/layout/IconCircleList"/>
    <dgm:cxn modelId="{D8574694-1E28-458D-936F-7EDFAE5378AD}" srcId="{DFCB8AD7-8688-4946-96D1-18C889DD085F}" destId="{6EC3DD4D-1F16-49D4-86D9-BC984B1C4334}" srcOrd="1" destOrd="0" parTransId="{8CE32206-9BE6-4EA6-BD4D-D6EACDEF91ED}" sibTransId="{763E198E-2915-4A3D-8F31-DAFDAA503F32}"/>
    <dgm:cxn modelId="{6ED9F296-D4BE-4A19-AFC9-FAF1CCE147A8}" type="presOf" srcId="{3BB86023-4BD3-4C43-9CF1-C02A9F9B16AF}" destId="{2C432E28-DCF7-49BD-9720-61A41BF35FFB}" srcOrd="0" destOrd="0" presId="urn:microsoft.com/office/officeart/2018/2/layout/IconCircleList"/>
    <dgm:cxn modelId="{0C5D279D-4513-4C68-8149-3B2D405E2F40}" srcId="{DFCB8AD7-8688-4946-96D1-18C889DD085F}" destId="{3BB86023-4BD3-4C43-9CF1-C02A9F9B16AF}" srcOrd="0" destOrd="0" parTransId="{380A2EB7-0602-49C6-9DD0-D4F826100E41}" sibTransId="{EF4F762E-B58F-46E7-BD65-933C84DB2753}"/>
    <dgm:cxn modelId="{62D7A5DD-432D-4D5D-82DB-CA60C2D0376E}" type="presOf" srcId="{6EC3DD4D-1F16-49D4-86D9-BC984B1C4334}" destId="{922EF4CF-F59B-4D7F-B958-88EC4650A323}" srcOrd="0" destOrd="0" presId="urn:microsoft.com/office/officeart/2018/2/layout/IconCircleList"/>
    <dgm:cxn modelId="{1BB00F32-780C-4C3A-B084-56C9257A2F07}" type="presParOf" srcId="{16C02A68-5921-416B-8846-B2CBC0ADFF3B}" destId="{4A1F409E-7038-49B1-B34B-FFE69F61A12B}" srcOrd="0" destOrd="0" presId="urn:microsoft.com/office/officeart/2018/2/layout/IconCircleList"/>
    <dgm:cxn modelId="{73333218-E444-4C2E-BA3A-D1339801E4D3}" type="presParOf" srcId="{4A1F409E-7038-49B1-B34B-FFE69F61A12B}" destId="{39E9CA90-0B04-47BA-B168-BC83D90F775F}" srcOrd="0" destOrd="0" presId="urn:microsoft.com/office/officeart/2018/2/layout/IconCircleList"/>
    <dgm:cxn modelId="{A048B4A4-A49E-486A-A82D-9A2F7255833F}" type="presParOf" srcId="{39E9CA90-0B04-47BA-B168-BC83D90F775F}" destId="{E241BA7A-31FF-4481-9BFE-D597C3E37E6C}" srcOrd="0" destOrd="0" presId="urn:microsoft.com/office/officeart/2018/2/layout/IconCircleList"/>
    <dgm:cxn modelId="{EFCA0EFA-F09B-4D2A-BBFA-5D7DA2509ECC}" type="presParOf" srcId="{39E9CA90-0B04-47BA-B168-BC83D90F775F}" destId="{F8721DDC-CAD2-4251-879D-496DAD99FAE1}" srcOrd="1" destOrd="0" presId="urn:microsoft.com/office/officeart/2018/2/layout/IconCircleList"/>
    <dgm:cxn modelId="{D3D0F3CA-61E2-4349-9A35-6F1443323558}" type="presParOf" srcId="{39E9CA90-0B04-47BA-B168-BC83D90F775F}" destId="{A4913447-DA09-4233-B3AF-FF929C322922}" srcOrd="2" destOrd="0" presId="urn:microsoft.com/office/officeart/2018/2/layout/IconCircleList"/>
    <dgm:cxn modelId="{6972E75B-4290-4AB8-A19B-704FBF0A5407}" type="presParOf" srcId="{39E9CA90-0B04-47BA-B168-BC83D90F775F}" destId="{2C432E28-DCF7-49BD-9720-61A41BF35FFB}" srcOrd="3" destOrd="0" presId="urn:microsoft.com/office/officeart/2018/2/layout/IconCircleList"/>
    <dgm:cxn modelId="{FF001F60-317E-41E1-BCB9-49C5E8E12F4B}" type="presParOf" srcId="{4A1F409E-7038-49B1-B34B-FFE69F61A12B}" destId="{086D10B2-3407-4D35-AC76-CEE9F9D2F1A6}" srcOrd="1" destOrd="0" presId="urn:microsoft.com/office/officeart/2018/2/layout/IconCircleList"/>
    <dgm:cxn modelId="{C75C7A5C-CDF4-4E94-BEEB-BC02AF2C3301}" type="presParOf" srcId="{4A1F409E-7038-49B1-B34B-FFE69F61A12B}" destId="{52A82683-243F-409E-AC5F-83026893AC13}" srcOrd="2" destOrd="0" presId="urn:microsoft.com/office/officeart/2018/2/layout/IconCircleList"/>
    <dgm:cxn modelId="{FEE51331-61BD-4D21-86B7-A2BD3FDF3C93}" type="presParOf" srcId="{52A82683-243F-409E-AC5F-83026893AC13}" destId="{F8F170DA-62B9-4C54-9633-7193138E2945}" srcOrd="0" destOrd="0" presId="urn:microsoft.com/office/officeart/2018/2/layout/IconCircleList"/>
    <dgm:cxn modelId="{8F9FB5E2-5328-4011-9E1D-6C9ADC32C8AB}" type="presParOf" srcId="{52A82683-243F-409E-AC5F-83026893AC13}" destId="{A65E74D2-54E2-4897-BA46-4B6F03DBBDDD}" srcOrd="1" destOrd="0" presId="urn:microsoft.com/office/officeart/2018/2/layout/IconCircleList"/>
    <dgm:cxn modelId="{3F6F3711-75E7-4240-BEBD-B75FA9EE68A9}" type="presParOf" srcId="{52A82683-243F-409E-AC5F-83026893AC13}" destId="{5A8353CA-D2E3-492C-80AA-2AC40E7AD79B}" srcOrd="2" destOrd="0" presId="urn:microsoft.com/office/officeart/2018/2/layout/IconCircleList"/>
    <dgm:cxn modelId="{8873AA48-2891-4575-BCB8-A4E448047CAE}" type="presParOf" srcId="{52A82683-243F-409E-AC5F-83026893AC13}" destId="{922EF4CF-F59B-4D7F-B958-88EC4650A32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D74881-E1B3-4F3B-8B2E-3131619F030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9355294-517B-4D87-9044-2037575EE5A7}">
      <dgm:prSet/>
      <dgm:spPr/>
      <dgm:t>
        <a:bodyPr/>
        <a:lstStyle/>
        <a:p>
          <a:r>
            <a:rPr lang="en-US"/>
            <a:t>Total Revenue: 308799</a:t>
          </a:r>
        </a:p>
      </dgm:t>
    </dgm:pt>
    <dgm:pt modelId="{6A84D85C-928D-471B-AC36-EF11FCA4A61C}" type="parTrans" cxnId="{23EC4832-8B7C-43AE-A6C6-7495453C30E1}">
      <dgm:prSet/>
      <dgm:spPr/>
      <dgm:t>
        <a:bodyPr/>
        <a:lstStyle/>
        <a:p>
          <a:endParaRPr lang="en-US"/>
        </a:p>
      </dgm:t>
    </dgm:pt>
    <dgm:pt modelId="{191E4AF2-74D5-4E80-BBEA-2A25813D211D}" type="sibTrans" cxnId="{23EC4832-8B7C-43AE-A6C6-7495453C30E1}">
      <dgm:prSet/>
      <dgm:spPr/>
      <dgm:t>
        <a:bodyPr/>
        <a:lstStyle/>
        <a:p>
          <a:endParaRPr lang="en-US"/>
        </a:p>
      </dgm:t>
    </dgm:pt>
    <dgm:pt modelId="{8DC08232-9DE0-4DD7-B73A-263E6D7849E1}">
      <dgm:prSet/>
      <dgm:spPr/>
      <dgm:t>
        <a:bodyPr/>
        <a:lstStyle/>
        <a:p>
          <a:r>
            <a:rPr lang="en-US"/>
            <a:t>Total Orders: 9</a:t>
          </a:r>
        </a:p>
      </dgm:t>
    </dgm:pt>
    <dgm:pt modelId="{952999E5-DAAC-46D1-AFFC-7D048162014E}" type="parTrans" cxnId="{BC1AB132-31BE-46AA-AD2C-4C37A7B83FFF}">
      <dgm:prSet/>
      <dgm:spPr/>
      <dgm:t>
        <a:bodyPr/>
        <a:lstStyle/>
        <a:p>
          <a:endParaRPr lang="en-US"/>
        </a:p>
      </dgm:t>
    </dgm:pt>
    <dgm:pt modelId="{B57097C2-860A-4A57-8610-0EE2C7EAD7D3}" type="sibTrans" cxnId="{BC1AB132-31BE-46AA-AD2C-4C37A7B83FFF}">
      <dgm:prSet/>
      <dgm:spPr/>
      <dgm:t>
        <a:bodyPr/>
        <a:lstStyle/>
        <a:p>
          <a:endParaRPr lang="en-US"/>
        </a:p>
      </dgm:t>
    </dgm:pt>
    <dgm:pt modelId="{2B0D6472-C4AA-4289-992A-7F1D6CAD7C11}">
      <dgm:prSet/>
      <dgm:spPr/>
      <dgm:t>
        <a:bodyPr/>
        <a:lstStyle/>
        <a:p>
          <a:r>
            <a:rPr lang="en-US"/>
            <a:t>Average Order Value: 34311</a:t>
          </a:r>
        </a:p>
      </dgm:t>
    </dgm:pt>
    <dgm:pt modelId="{719E8B23-5EF0-4FBD-8E95-CF4B10DA77F9}" type="parTrans" cxnId="{F6B20A13-98BE-4343-9073-78EE132B0C18}">
      <dgm:prSet/>
      <dgm:spPr/>
      <dgm:t>
        <a:bodyPr/>
        <a:lstStyle/>
        <a:p>
          <a:endParaRPr lang="en-US"/>
        </a:p>
      </dgm:t>
    </dgm:pt>
    <dgm:pt modelId="{74D6AEBC-53F9-4627-8B81-AB42748EBE3E}" type="sibTrans" cxnId="{F6B20A13-98BE-4343-9073-78EE132B0C18}">
      <dgm:prSet/>
      <dgm:spPr/>
      <dgm:t>
        <a:bodyPr/>
        <a:lstStyle/>
        <a:p>
          <a:endParaRPr lang="en-US"/>
        </a:p>
      </dgm:t>
    </dgm:pt>
    <dgm:pt modelId="{93FC3C4A-C251-4818-8A3A-8CF2983C3214}">
      <dgm:prSet/>
      <dgm:spPr/>
      <dgm:t>
        <a:bodyPr/>
        <a:lstStyle/>
        <a:p>
          <a:r>
            <a:rPr lang="en-US"/>
            <a:t>Top Category: Electronics</a:t>
          </a:r>
        </a:p>
      </dgm:t>
    </dgm:pt>
    <dgm:pt modelId="{DAFE6E2F-6231-426D-A8EF-6D8D82F80461}" type="parTrans" cxnId="{812C441C-9144-41A4-B4B3-7E00FD47C709}">
      <dgm:prSet/>
      <dgm:spPr/>
      <dgm:t>
        <a:bodyPr/>
        <a:lstStyle/>
        <a:p>
          <a:endParaRPr lang="en-US"/>
        </a:p>
      </dgm:t>
    </dgm:pt>
    <dgm:pt modelId="{82E863AB-848C-4F12-B12A-998E0BE2C767}" type="sibTrans" cxnId="{812C441C-9144-41A4-B4B3-7E00FD47C709}">
      <dgm:prSet/>
      <dgm:spPr/>
      <dgm:t>
        <a:bodyPr/>
        <a:lstStyle/>
        <a:p>
          <a:endParaRPr lang="en-US"/>
        </a:p>
      </dgm:t>
    </dgm:pt>
    <dgm:pt modelId="{C1DA129B-0804-4553-8DA8-943AE0298C1F}" type="pres">
      <dgm:prSet presAssocID="{DBD74881-E1B3-4F3B-8B2E-3131619F030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E600D34-94E6-4A01-AEF9-010584272D63}" type="pres">
      <dgm:prSet presAssocID="{A9355294-517B-4D87-9044-2037575EE5A7}" presName="hierRoot1" presStyleCnt="0"/>
      <dgm:spPr/>
    </dgm:pt>
    <dgm:pt modelId="{50779AED-9688-4F82-AB75-83FB1D0D72AF}" type="pres">
      <dgm:prSet presAssocID="{A9355294-517B-4D87-9044-2037575EE5A7}" presName="composite" presStyleCnt="0"/>
      <dgm:spPr/>
    </dgm:pt>
    <dgm:pt modelId="{9BFDD37E-A260-4772-9EAA-5BDF19B971CA}" type="pres">
      <dgm:prSet presAssocID="{A9355294-517B-4D87-9044-2037575EE5A7}" presName="background" presStyleLbl="node0" presStyleIdx="0" presStyleCnt="4"/>
      <dgm:spPr/>
    </dgm:pt>
    <dgm:pt modelId="{20529B5C-B62A-4F4F-B0B0-5C8B92EAB0B7}" type="pres">
      <dgm:prSet presAssocID="{A9355294-517B-4D87-9044-2037575EE5A7}" presName="text" presStyleLbl="fgAcc0" presStyleIdx="0" presStyleCnt="4">
        <dgm:presLayoutVars>
          <dgm:chPref val="3"/>
        </dgm:presLayoutVars>
      </dgm:prSet>
      <dgm:spPr/>
    </dgm:pt>
    <dgm:pt modelId="{E4C61588-DB38-4754-967A-A093E4FC3FD6}" type="pres">
      <dgm:prSet presAssocID="{A9355294-517B-4D87-9044-2037575EE5A7}" presName="hierChild2" presStyleCnt="0"/>
      <dgm:spPr/>
    </dgm:pt>
    <dgm:pt modelId="{642C9EF3-9E4A-4325-93E4-DF883744DAA4}" type="pres">
      <dgm:prSet presAssocID="{8DC08232-9DE0-4DD7-B73A-263E6D7849E1}" presName="hierRoot1" presStyleCnt="0"/>
      <dgm:spPr/>
    </dgm:pt>
    <dgm:pt modelId="{18F937A6-0084-4701-A28A-9518BFCBC137}" type="pres">
      <dgm:prSet presAssocID="{8DC08232-9DE0-4DD7-B73A-263E6D7849E1}" presName="composite" presStyleCnt="0"/>
      <dgm:spPr/>
    </dgm:pt>
    <dgm:pt modelId="{04BBAF3B-D4CA-49A0-9110-3247A6024FA2}" type="pres">
      <dgm:prSet presAssocID="{8DC08232-9DE0-4DD7-B73A-263E6D7849E1}" presName="background" presStyleLbl="node0" presStyleIdx="1" presStyleCnt="4"/>
      <dgm:spPr/>
    </dgm:pt>
    <dgm:pt modelId="{D2ED8CAA-6D7B-4C41-83DE-5BC975D69DB9}" type="pres">
      <dgm:prSet presAssocID="{8DC08232-9DE0-4DD7-B73A-263E6D7849E1}" presName="text" presStyleLbl="fgAcc0" presStyleIdx="1" presStyleCnt="4">
        <dgm:presLayoutVars>
          <dgm:chPref val="3"/>
        </dgm:presLayoutVars>
      </dgm:prSet>
      <dgm:spPr/>
    </dgm:pt>
    <dgm:pt modelId="{F7DF46BA-149B-4502-97A9-253E701C215E}" type="pres">
      <dgm:prSet presAssocID="{8DC08232-9DE0-4DD7-B73A-263E6D7849E1}" presName="hierChild2" presStyleCnt="0"/>
      <dgm:spPr/>
    </dgm:pt>
    <dgm:pt modelId="{CF0F8C1A-90D1-4D9A-BDAF-6F1B695A89AC}" type="pres">
      <dgm:prSet presAssocID="{2B0D6472-C4AA-4289-992A-7F1D6CAD7C11}" presName="hierRoot1" presStyleCnt="0"/>
      <dgm:spPr/>
    </dgm:pt>
    <dgm:pt modelId="{73F0BCBD-5D13-4DE1-B46A-46D14A3188B1}" type="pres">
      <dgm:prSet presAssocID="{2B0D6472-C4AA-4289-992A-7F1D6CAD7C11}" presName="composite" presStyleCnt="0"/>
      <dgm:spPr/>
    </dgm:pt>
    <dgm:pt modelId="{D7A3AD31-924C-4DB7-8D61-5CA08CE0B3E5}" type="pres">
      <dgm:prSet presAssocID="{2B0D6472-C4AA-4289-992A-7F1D6CAD7C11}" presName="background" presStyleLbl="node0" presStyleIdx="2" presStyleCnt="4"/>
      <dgm:spPr/>
    </dgm:pt>
    <dgm:pt modelId="{07CBC89A-FE31-41A7-91A4-17CA9E6C05BA}" type="pres">
      <dgm:prSet presAssocID="{2B0D6472-C4AA-4289-992A-7F1D6CAD7C11}" presName="text" presStyleLbl="fgAcc0" presStyleIdx="2" presStyleCnt="4">
        <dgm:presLayoutVars>
          <dgm:chPref val="3"/>
        </dgm:presLayoutVars>
      </dgm:prSet>
      <dgm:spPr/>
    </dgm:pt>
    <dgm:pt modelId="{070BFD26-88ED-4E82-8096-6FF3DEC9192E}" type="pres">
      <dgm:prSet presAssocID="{2B0D6472-C4AA-4289-992A-7F1D6CAD7C11}" presName="hierChild2" presStyleCnt="0"/>
      <dgm:spPr/>
    </dgm:pt>
    <dgm:pt modelId="{D36F60F2-DC93-46E3-8C55-98CF7B49C3B2}" type="pres">
      <dgm:prSet presAssocID="{93FC3C4A-C251-4818-8A3A-8CF2983C3214}" presName="hierRoot1" presStyleCnt="0"/>
      <dgm:spPr/>
    </dgm:pt>
    <dgm:pt modelId="{7B5C3C97-EE28-4F7C-B879-C47B759C7316}" type="pres">
      <dgm:prSet presAssocID="{93FC3C4A-C251-4818-8A3A-8CF2983C3214}" presName="composite" presStyleCnt="0"/>
      <dgm:spPr/>
    </dgm:pt>
    <dgm:pt modelId="{8997ABFA-478F-4DF2-A516-E693427D2E60}" type="pres">
      <dgm:prSet presAssocID="{93FC3C4A-C251-4818-8A3A-8CF2983C3214}" presName="background" presStyleLbl="node0" presStyleIdx="3" presStyleCnt="4"/>
      <dgm:spPr/>
    </dgm:pt>
    <dgm:pt modelId="{CEB52EAD-23B5-49FF-B497-8C41630B8283}" type="pres">
      <dgm:prSet presAssocID="{93FC3C4A-C251-4818-8A3A-8CF2983C3214}" presName="text" presStyleLbl="fgAcc0" presStyleIdx="3" presStyleCnt="4">
        <dgm:presLayoutVars>
          <dgm:chPref val="3"/>
        </dgm:presLayoutVars>
      </dgm:prSet>
      <dgm:spPr/>
    </dgm:pt>
    <dgm:pt modelId="{59AA6886-8806-464C-98FE-589B6F78CBAF}" type="pres">
      <dgm:prSet presAssocID="{93FC3C4A-C251-4818-8A3A-8CF2983C3214}" presName="hierChild2" presStyleCnt="0"/>
      <dgm:spPr/>
    </dgm:pt>
  </dgm:ptLst>
  <dgm:cxnLst>
    <dgm:cxn modelId="{F6B20A13-98BE-4343-9073-78EE132B0C18}" srcId="{DBD74881-E1B3-4F3B-8B2E-3131619F0302}" destId="{2B0D6472-C4AA-4289-992A-7F1D6CAD7C11}" srcOrd="2" destOrd="0" parTransId="{719E8B23-5EF0-4FBD-8E95-CF4B10DA77F9}" sibTransId="{74D6AEBC-53F9-4627-8B81-AB42748EBE3E}"/>
    <dgm:cxn modelId="{812C441C-9144-41A4-B4B3-7E00FD47C709}" srcId="{DBD74881-E1B3-4F3B-8B2E-3131619F0302}" destId="{93FC3C4A-C251-4818-8A3A-8CF2983C3214}" srcOrd="3" destOrd="0" parTransId="{DAFE6E2F-6231-426D-A8EF-6D8D82F80461}" sibTransId="{82E863AB-848C-4F12-B12A-998E0BE2C767}"/>
    <dgm:cxn modelId="{73E4951F-7BA9-4604-99B0-112D5521FD59}" type="presOf" srcId="{A9355294-517B-4D87-9044-2037575EE5A7}" destId="{20529B5C-B62A-4F4F-B0B0-5C8B92EAB0B7}" srcOrd="0" destOrd="0" presId="urn:microsoft.com/office/officeart/2005/8/layout/hierarchy1"/>
    <dgm:cxn modelId="{23EC4832-8B7C-43AE-A6C6-7495453C30E1}" srcId="{DBD74881-E1B3-4F3B-8B2E-3131619F0302}" destId="{A9355294-517B-4D87-9044-2037575EE5A7}" srcOrd="0" destOrd="0" parTransId="{6A84D85C-928D-471B-AC36-EF11FCA4A61C}" sibTransId="{191E4AF2-74D5-4E80-BBEA-2A25813D211D}"/>
    <dgm:cxn modelId="{BC1AB132-31BE-46AA-AD2C-4C37A7B83FFF}" srcId="{DBD74881-E1B3-4F3B-8B2E-3131619F0302}" destId="{8DC08232-9DE0-4DD7-B73A-263E6D7849E1}" srcOrd="1" destOrd="0" parTransId="{952999E5-DAAC-46D1-AFFC-7D048162014E}" sibTransId="{B57097C2-860A-4A57-8610-0EE2C7EAD7D3}"/>
    <dgm:cxn modelId="{1AA60238-C2B2-44F7-BA88-F4C49C393DE6}" type="presOf" srcId="{2B0D6472-C4AA-4289-992A-7F1D6CAD7C11}" destId="{07CBC89A-FE31-41A7-91A4-17CA9E6C05BA}" srcOrd="0" destOrd="0" presId="urn:microsoft.com/office/officeart/2005/8/layout/hierarchy1"/>
    <dgm:cxn modelId="{9450D674-1A97-4057-9A61-78880A5DC46C}" type="presOf" srcId="{DBD74881-E1B3-4F3B-8B2E-3131619F0302}" destId="{C1DA129B-0804-4553-8DA8-943AE0298C1F}" srcOrd="0" destOrd="0" presId="urn:microsoft.com/office/officeart/2005/8/layout/hierarchy1"/>
    <dgm:cxn modelId="{36E87EA6-2DF0-4659-AE93-8885A5A1F3C2}" type="presOf" srcId="{93FC3C4A-C251-4818-8A3A-8CF2983C3214}" destId="{CEB52EAD-23B5-49FF-B497-8C41630B8283}" srcOrd="0" destOrd="0" presId="urn:microsoft.com/office/officeart/2005/8/layout/hierarchy1"/>
    <dgm:cxn modelId="{D68CB5D8-64CD-4A73-8F6E-007FC3153F3F}" type="presOf" srcId="{8DC08232-9DE0-4DD7-B73A-263E6D7849E1}" destId="{D2ED8CAA-6D7B-4C41-83DE-5BC975D69DB9}" srcOrd="0" destOrd="0" presId="urn:microsoft.com/office/officeart/2005/8/layout/hierarchy1"/>
    <dgm:cxn modelId="{A86690D5-61F5-4D84-A6E8-BC4795F1BB4C}" type="presParOf" srcId="{C1DA129B-0804-4553-8DA8-943AE0298C1F}" destId="{0E600D34-94E6-4A01-AEF9-010584272D63}" srcOrd="0" destOrd="0" presId="urn:microsoft.com/office/officeart/2005/8/layout/hierarchy1"/>
    <dgm:cxn modelId="{C20D0CD0-E039-45F3-9852-1BCB517B7646}" type="presParOf" srcId="{0E600D34-94E6-4A01-AEF9-010584272D63}" destId="{50779AED-9688-4F82-AB75-83FB1D0D72AF}" srcOrd="0" destOrd="0" presId="urn:microsoft.com/office/officeart/2005/8/layout/hierarchy1"/>
    <dgm:cxn modelId="{93A3F5AD-46EF-440F-8C14-A81DF98FBC7D}" type="presParOf" srcId="{50779AED-9688-4F82-AB75-83FB1D0D72AF}" destId="{9BFDD37E-A260-4772-9EAA-5BDF19B971CA}" srcOrd="0" destOrd="0" presId="urn:microsoft.com/office/officeart/2005/8/layout/hierarchy1"/>
    <dgm:cxn modelId="{519ED9FA-12B4-4F64-AA55-BA61F0BBD26C}" type="presParOf" srcId="{50779AED-9688-4F82-AB75-83FB1D0D72AF}" destId="{20529B5C-B62A-4F4F-B0B0-5C8B92EAB0B7}" srcOrd="1" destOrd="0" presId="urn:microsoft.com/office/officeart/2005/8/layout/hierarchy1"/>
    <dgm:cxn modelId="{CCADFC5D-9A96-4BC3-B127-37AB14C9483F}" type="presParOf" srcId="{0E600D34-94E6-4A01-AEF9-010584272D63}" destId="{E4C61588-DB38-4754-967A-A093E4FC3FD6}" srcOrd="1" destOrd="0" presId="urn:microsoft.com/office/officeart/2005/8/layout/hierarchy1"/>
    <dgm:cxn modelId="{73CB5E0E-1C8D-4372-BC8A-3B705A936B08}" type="presParOf" srcId="{C1DA129B-0804-4553-8DA8-943AE0298C1F}" destId="{642C9EF3-9E4A-4325-93E4-DF883744DAA4}" srcOrd="1" destOrd="0" presId="urn:microsoft.com/office/officeart/2005/8/layout/hierarchy1"/>
    <dgm:cxn modelId="{E0935465-41CF-490D-A37B-B11E1D1729A2}" type="presParOf" srcId="{642C9EF3-9E4A-4325-93E4-DF883744DAA4}" destId="{18F937A6-0084-4701-A28A-9518BFCBC137}" srcOrd="0" destOrd="0" presId="urn:microsoft.com/office/officeart/2005/8/layout/hierarchy1"/>
    <dgm:cxn modelId="{A944FA49-75A6-4303-8C4C-1A6B4F6A2E1A}" type="presParOf" srcId="{18F937A6-0084-4701-A28A-9518BFCBC137}" destId="{04BBAF3B-D4CA-49A0-9110-3247A6024FA2}" srcOrd="0" destOrd="0" presId="urn:microsoft.com/office/officeart/2005/8/layout/hierarchy1"/>
    <dgm:cxn modelId="{B554BBE9-9A19-43A8-ADD2-EC082FE43279}" type="presParOf" srcId="{18F937A6-0084-4701-A28A-9518BFCBC137}" destId="{D2ED8CAA-6D7B-4C41-83DE-5BC975D69DB9}" srcOrd="1" destOrd="0" presId="urn:microsoft.com/office/officeart/2005/8/layout/hierarchy1"/>
    <dgm:cxn modelId="{EEBE23C4-34D4-479D-926F-E2CBCE5B753F}" type="presParOf" srcId="{642C9EF3-9E4A-4325-93E4-DF883744DAA4}" destId="{F7DF46BA-149B-4502-97A9-253E701C215E}" srcOrd="1" destOrd="0" presId="urn:microsoft.com/office/officeart/2005/8/layout/hierarchy1"/>
    <dgm:cxn modelId="{D0045DED-0DDC-4B45-8872-65E51BEC6ADD}" type="presParOf" srcId="{C1DA129B-0804-4553-8DA8-943AE0298C1F}" destId="{CF0F8C1A-90D1-4D9A-BDAF-6F1B695A89AC}" srcOrd="2" destOrd="0" presId="urn:microsoft.com/office/officeart/2005/8/layout/hierarchy1"/>
    <dgm:cxn modelId="{0CAFF266-0514-4C2D-89B6-EF7FB85EC6F7}" type="presParOf" srcId="{CF0F8C1A-90D1-4D9A-BDAF-6F1B695A89AC}" destId="{73F0BCBD-5D13-4DE1-B46A-46D14A3188B1}" srcOrd="0" destOrd="0" presId="urn:microsoft.com/office/officeart/2005/8/layout/hierarchy1"/>
    <dgm:cxn modelId="{16881826-10E6-45E6-B260-A3ECBBD28953}" type="presParOf" srcId="{73F0BCBD-5D13-4DE1-B46A-46D14A3188B1}" destId="{D7A3AD31-924C-4DB7-8D61-5CA08CE0B3E5}" srcOrd="0" destOrd="0" presId="urn:microsoft.com/office/officeart/2005/8/layout/hierarchy1"/>
    <dgm:cxn modelId="{E9B2F9D6-9031-4C0E-9A3A-20087202A5AE}" type="presParOf" srcId="{73F0BCBD-5D13-4DE1-B46A-46D14A3188B1}" destId="{07CBC89A-FE31-41A7-91A4-17CA9E6C05BA}" srcOrd="1" destOrd="0" presId="urn:microsoft.com/office/officeart/2005/8/layout/hierarchy1"/>
    <dgm:cxn modelId="{58016EDC-B441-43A6-9096-66C22A7B64A2}" type="presParOf" srcId="{CF0F8C1A-90D1-4D9A-BDAF-6F1B695A89AC}" destId="{070BFD26-88ED-4E82-8096-6FF3DEC9192E}" srcOrd="1" destOrd="0" presId="urn:microsoft.com/office/officeart/2005/8/layout/hierarchy1"/>
    <dgm:cxn modelId="{C129F4B2-CCA4-48C2-8A62-AC8D2C6D0D42}" type="presParOf" srcId="{C1DA129B-0804-4553-8DA8-943AE0298C1F}" destId="{D36F60F2-DC93-46E3-8C55-98CF7B49C3B2}" srcOrd="3" destOrd="0" presId="urn:microsoft.com/office/officeart/2005/8/layout/hierarchy1"/>
    <dgm:cxn modelId="{A5B7DE29-541C-473F-8F2E-F1F16C97D0BB}" type="presParOf" srcId="{D36F60F2-DC93-46E3-8C55-98CF7B49C3B2}" destId="{7B5C3C97-EE28-4F7C-B879-C47B759C7316}" srcOrd="0" destOrd="0" presId="urn:microsoft.com/office/officeart/2005/8/layout/hierarchy1"/>
    <dgm:cxn modelId="{41E3D4AA-BF3D-4945-A94C-FE3ED951020E}" type="presParOf" srcId="{7B5C3C97-EE28-4F7C-B879-C47B759C7316}" destId="{8997ABFA-478F-4DF2-A516-E693427D2E60}" srcOrd="0" destOrd="0" presId="urn:microsoft.com/office/officeart/2005/8/layout/hierarchy1"/>
    <dgm:cxn modelId="{5DD3CDF2-A4AB-421D-92AC-CDBB2624283F}" type="presParOf" srcId="{7B5C3C97-EE28-4F7C-B879-C47B759C7316}" destId="{CEB52EAD-23B5-49FF-B497-8C41630B8283}" srcOrd="1" destOrd="0" presId="urn:microsoft.com/office/officeart/2005/8/layout/hierarchy1"/>
    <dgm:cxn modelId="{AA7DE123-C856-4412-989A-6091CCFF5C48}" type="presParOf" srcId="{D36F60F2-DC93-46E3-8C55-98CF7B49C3B2}" destId="{59AA6886-8806-464C-98FE-589B6F78CB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5B4B7D-9A39-479E-9734-AAFB3685F73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D51382-5CA1-4523-B5D1-74BB0EEC16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Revenue by Category</a:t>
          </a:r>
        </a:p>
      </dgm:t>
    </dgm:pt>
    <dgm:pt modelId="{E6A58180-36E8-4485-9D9F-8735C422A36A}" type="parTrans" cxnId="{2AC58360-1D52-4408-A09A-4D6445210C20}">
      <dgm:prSet/>
      <dgm:spPr/>
      <dgm:t>
        <a:bodyPr/>
        <a:lstStyle/>
        <a:p>
          <a:endParaRPr lang="en-US"/>
        </a:p>
      </dgm:t>
    </dgm:pt>
    <dgm:pt modelId="{E494519C-0440-4799-88F6-3C45D3401B10}" type="sibTrans" cxnId="{2AC58360-1D52-4408-A09A-4D6445210C2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39A483E-866F-4DB8-8433-832F245B87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Revenue by City</a:t>
          </a:r>
        </a:p>
      </dgm:t>
    </dgm:pt>
    <dgm:pt modelId="{3D1B9A3A-8774-43EA-ABD8-F91979245E97}" type="parTrans" cxnId="{EA4F330D-C238-4243-A6A6-4D20AFDDD730}">
      <dgm:prSet/>
      <dgm:spPr/>
      <dgm:t>
        <a:bodyPr/>
        <a:lstStyle/>
        <a:p>
          <a:endParaRPr lang="en-US"/>
        </a:p>
      </dgm:t>
    </dgm:pt>
    <dgm:pt modelId="{9FE90A3A-1683-458A-996A-08E56D2D6191}" type="sibTrans" cxnId="{EA4F330D-C238-4243-A6A6-4D20AFDDD73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5176C1F-F861-44BE-B1A6-5B4AA955A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Payment Mode Distribution</a:t>
          </a:r>
        </a:p>
      </dgm:t>
    </dgm:pt>
    <dgm:pt modelId="{9DD3C890-43A5-474D-B321-94F3355BE44F}" type="parTrans" cxnId="{A87E4A28-0EC5-4E71-92B3-C59150FFA24D}">
      <dgm:prSet/>
      <dgm:spPr/>
      <dgm:t>
        <a:bodyPr/>
        <a:lstStyle/>
        <a:p>
          <a:endParaRPr lang="en-US"/>
        </a:p>
      </dgm:t>
    </dgm:pt>
    <dgm:pt modelId="{89372574-A326-4281-A5C3-33FD97712363}" type="sibTrans" cxnId="{A87E4A28-0EC5-4E71-92B3-C59150FFA24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B25A55-CB8C-4C36-AD43-B364803312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Product-wise Revenue</a:t>
          </a:r>
        </a:p>
      </dgm:t>
    </dgm:pt>
    <dgm:pt modelId="{A7EB7A67-D87C-4FA0-8399-566BF9B1EA5B}" type="parTrans" cxnId="{2222C92F-A729-4ADF-A6A4-54559004A037}">
      <dgm:prSet/>
      <dgm:spPr/>
      <dgm:t>
        <a:bodyPr/>
        <a:lstStyle/>
        <a:p>
          <a:endParaRPr lang="en-US"/>
        </a:p>
      </dgm:t>
    </dgm:pt>
    <dgm:pt modelId="{244D9961-33EF-4AB2-8EEF-53F06AA3DC83}" type="sibTrans" cxnId="{2222C92F-A729-4ADF-A6A4-54559004A037}">
      <dgm:prSet/>
      <dgm:spPr/>
      <dgm:t>
        <a:bodyPr/>
        <a:lstStyle/>
        <a:p>
          <a:endParaRPr lang="en-US"/>
        </a:p>
      </dgm:t>
    </dgm:pt>
    <dgm:pt modelId="{B93558D4-DEA6-4DE1-B417-F106DF3D0D23}" type="pres">
      <dgm:prSet presAssocID="{8F5B4B7D-9A39-479E-9734-AAFB3685F738}" presName="root" presStyleCnt="0">
        <dgm:presLayoutVars>
          <dgm:dir/>
          <dgm:resizeHandles val="exact"/>
        </dgm:presLayoutVars>
      </dgm:prSet>
      <dgm:spPr/>
    </dgm:pt>
    <dgm:pt modelId="{FCB96C39-AF09-4B3A-9FBE-9A0A07AF31D3}" type="pres">
      <dgm:prSet presAssocID="{55D51382-5CA1-4523-B5D1-74BB0EEC163B}" presName="compNode" presStyleCnt="0"/>
      <dgm:spPr/>
    </dgm:pt>
    <dgm:pt modelId="{4164F67B-FC85-449A-A73F-6BBA9F687A88}" type="pres">
      <dgm:prSet presAssocID="{55D51382-5CA1-4523-B5D1-74BB0EEC163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98D0417-F3B9-494C-BE72-F79BEC392385}" type="pres">
      <dgm:prSet presAssocID="{55D51382-5CA1-4523-B5D1-74BB0EEC163B}" presName="spaceRect" presStyleCnt="0"/>
      <dgm:spPr/>
    </dgm:pt>
    <dgm:pt modelId="{55BEF1B0-012E-4FAC-A7F4-E03131540B3D}" type="pres">
      <dgm:prSet presAssocID="{55D51382-5CA1-4523-B5D1-74BB0EEC163B}" presName="textRect" presStyleLbl="revTx" presStyleIdx="0" presStyleCnt="4">
        <dgm:presLayoutVars>
          <dgm:chMax val="1"/>
          <dgm:chPref val="1"/>
        </dgm:presLayoutVars>
      </dgm:prSet>
      <dgm:spPr/>
    </dgm:pt>
    <dgm:pt modelId="{C2644898-9941-4F9A-9064-3C51626A5CF5}" type="pres">
      <dgm:prSet presAssocID="{E494519C-0440-4799-88F6-3C45D3401B10}" presName="sibTrans" presStyleCnt="0"/>
      <dgm:spPr/>
    </dgm:pt>
    <dgm:pt modelId="{5D5AA52D-5E2A-412D-A699-071C4F226210}" type="pres">
      <dgm:prSet presAssocID="{639A483E-866F-4DB8-8433-832F245B8729}" presName="compNode" presStyleCnt="0"/>
      <dgm:spPr/>
    </dgm:pt>
    <dgm:pt modelId="{9D4E471D-070B-48AC-A9AA-6973D87AA466}" type="pres">
      <dgm:prSet presAssocID="{639A483E-866F-4DB8-8433-832F245B872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C6E9E057-9A66-4C95-B4B6-F3771DE9D5CB}" type="pres">
      <dgm:prSet presAssocID="{639A483E-866F-4DB8-8433-832F245B8729}" presName="spaceRect" presStyleCnt="0"/>
      <dgm:spPr/>
    </dgm:pt>
    <dgm:pt modelId="{B6FCD5DA-BCB2-4B1D-BD68-03EBB89D04F5}" type="pres">
      <dgm:prSet presAssocID="{639A483E-866F-4DB8-8433-832F245B8729}" presName="textRect" presStyleLbl="revTx" presStyleIdx="1" presStyleCnt="4">
        <dgm:presLayoutVars>
          <dgm:chMax val="1"/>
          <dgm:chPref val="1"/>
        </dgm:presLayoutVars>
      </dgm:prSet>
      <dgm:spPr/>
    </dgm:pt>
    <dgm:pt modelId="{3C79859D-7A72-4C45-A824-8D5A1318C1D7}" type="pres">
      <dgm:prSet presAssocID="{9FE90A3A-1683-458A-996A-08E56D2D6191}" presName="sibTrans" presStyleCnt="0"/>
      <dgm:spPr/>
    </dgm:pt>
    <dgm:pt modelId="{98E0A6BF-0114-4429-94FA-6624653A6B3D}" type="pres">
      <dgm:prSet presAssocID="{D5176C1F-F861-44BE-B1A6-5B4AA955A8B3}" presName="compNode" presStyleCnt="0"/>
      <dgm:spPr/>
    </dgm:pt>
    <dgm:pt modelId="{4FFE9D13-EB0E-4301-B0DA-EEEAFFEDB192}" type="pres">
      <dgm:prSet presAssocID="{D5176C1F-F861-44BE-B1A6-5B4AA955A8B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C4FF28BF-3A91-4736-B464-EBB504DAEB53}" type="pres">
      <dgm:prSet presAssocID="{D5176C1F-F861-44BE-B1A6-5B4AA955A8B3}" presName="spaceRect" presStyleCnt="0"/>
      <dgm:spPr/>
    </dgm:pt>
    <dgm:pt modelId="{89499850-170A-4911-9204-D9C7E7935822}" type="pres">
      <dgm:prSet presAssocID="{D5176C1F-F861-44BE-B1A6-5B4AA955A8B3}" presName="textRect" presStyleLbl="revTx" presStyleIdx="2" presStyleCnt="4">
        <dgm:presLayoutVars>
          <dgm:chMax val="1"/>
          <dgm:chPref val="1"/>
        </dgm:presLayoutVars>
      </dgm:prSet>
      <dgm:spPr/>
    </dgm:pt>
    <dgm:pt modelId="{F4DFC886-9732-4D32-A9EC-58849610C4DD}" type="pres">
      <dgm:prSet presAssocID="{89372574-A326-4281-A5C3-33FD97712363}" presName="sibTrans" presStyleCnt="0"/>
      <dgm:spPr/>
    </dgm:pt>
    <dgm:pt modelId="{B7B1E134-6A8E-44E6-BFF1-A494C51DE2F7}" type="pres">
      <dgm:prSet presAssocID="{E3B25A55-CB8C-4C36-AD43-B364803312A2}" presName="compNode" presStyleCnt="0"/>
      <dgm:spPr/>
    </dgm:pt>
    <dgm:pt modelId="{8A67D82A-60EB-44DE-8EB9-7E2856E096B6}" type="pres">
      <dgm:prSet presAssocID="{E3B25A55-CB8C-4C36-AD43-B364803312A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73CA4D7-6130-47ED-B157-BA1C81CCB968}" type="pres">
      <dgm:prSet presAssocID="{E3B25A55-CB8C-4C36-AD43-B364803312A2}" presName="spaceRect" presStyleCnt="0"/>
      <dgm:spPr/>
    </dgm:pt>
    <dgm:pt modelId="{0BF63DEC-08E5-416D-94F3-EA6B2FAB5626}" type="pres">
      <dgm:prSet presAssocID="{E3B25A55-CB8C-4C36-AD43-B364803312A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A4F330D-C238-4243-A6A6-4D20AFDDD730}" srcId="{8F5B4B7D-9A39-479E-9734-AAFB3685F738}" destId="{639A483E-866F-4DB8-8433-832F245B8729}" srcOrd="1" destOrd="0" parTransId="{3D1B9A3A-8774-43EA-ABD8-F91979245E97}" sibTransId="{9FE90A3A-1683-458A-996A-08E56D2D6191}"/>
    <dgm:cxn modelId="{2242770D-72E6-4619-A0F5-ADF571E88C16}" type="presOf" srcId="{D5176C1F-F861-44BE-B1A6-5B4AA955A8B3}" destId="{89499850-170A-4911-9204-D9C7E7935822}" srcOrd="0" destOrd="0" presId="urn:microsoft.com/office/officeart/2018/2/layout/IconLabelList"/>
    <dgm:cxn modelId="{95205924-5CB3-4719-B8AE-700F605751B6}" type="presOf" srcId="{E3B25A55-CB8C-4C36-AD43-B364803312A2}" destId="{0BF63DEC-08E5-416D-94F3-EA6B2FAB5626}" srcOrd="0" destOrd="0" presId="urn:microsoft.com/office/officeart/2018/2/layout/IconLabelList"/>
    <dgm:cxn modelId="{A87E4A28-0EC5-4E71-92B3-C59150FFA24D}" srcId="{8F5B4B7D-9A39-479E-9734-AAFB3685F738}" destId="{D5176C1F-F861-44BE-B1A6-5B4AA955A8B3}" srcOrd="2" destOrd="0" parTransId="{9DD3C890-43A5-474D-B321-94F3355BE44F}" sibTransId="{89372574-A326-4281-A5C3-33FD97712363}"/>
    <dgm:cxn modelId="{2222C92F-A729-4ADF-A6A4-54559004A037}" srcId="{8F5B4B7D-9A39-479E-9734-AAFB3685F738}" destId="{E3B25A55-CB8C-4C36-AD43-B364803312A2}" srcOrd="3" destOrd="0" parTransId="{A7EB7A67-D87C-4FA0-8399-566BF9B1EA5B}" sibTransId="{244D9961-33EF-4AB2-8EEF-53F06AA3DC83}"/>
    <dgm:cxn modelId="{2AC58360-1D52-4408-A09A-4D6445210C20}" srcId="{8F5B4B7D-9A39-479E-9734-AAFB3685F738}" destId="{55D51382-5CA1-4523-B5D1-74BB0EEC163B}" srcOrd="0" destOrd="0" parTransId="{E6A58180-36E8-4485-9D9F-8735C422A36A}" sibTransId="{E494519C-0440-4799-88F6-3C45D3401B10}"/>
    <dgm:cxn modelId="{0E8FA4D8-1044-4500-A2F0-0B793312D78A}" type="presOf" srcId="{639A483E-866F-4DB8-8433-832F245B8729}" destId="{B6FCD5DA-BCB2-4B1D-BD68-03EBB89D04F5}" srcOrd="0" destOrd="0" presId="urn:microsoft.com/office/officeart/2018/2/layout/IconLabelList"/>
    <dgm:cxn modelId="{2807B9E3-00C3-4418-B1DC-04D32862B03D}" type="presOf" srcId="{55D51382-5CA1-4523-B5D1-74BB0EEC163B}" destId="{55BEF1B0-012E-4FAC-A7F4-E03131540B3D}" srcOrd="0" destOrd="0" presId="urn:microsoft.com/office/officeart/2018/2/layout/IconLabelList"/>
    <dgm:cxn modelId="{749A4AEA-FBF4-46CD-9AE2-F1A758692FAE}" type="presOf" srcId="{8F5B4B7D-9A39-479E-9734-AAFB3685F738}" destId="{B93558D4-DEA6-4DE1-B417-F106DF3D0D23}" srcOrd="0" destOrd="0" presId="urn:microsoft.com/office/officeart/2018/2/layout/IconLabelList"/>
    <dgm:cxn modelId="{22795971-4889-4339-AD6F-41DBEEEAD820}" type="presParOf" srcId="{B93558D4-DEA6-4DE1-B417-F106DF3D0D23}" destId="{FCB96C39-AF09-4B3A-9FBE-9A0A07AF31D3}" srcOrd="0" destOrd="0" presId="urn:microsoft.com/office/officeart/2018/2/layout/IconLabelList"/>
    <dgm:cxn modelId="{1E1B15CC-44EC-440D-9FC2-02C8D0D96F9D}" type="presParOf" srcId="{FCB96C39-AF09-4B3A-9FBE-9A0A07AF31D3}" destId="{4164F67B-FC85-449A-A73F-6BBA9F687A88}" srcOrd="0" destOrd="0" presId="urn:microsoft.com/office/officeart/2018/2/layout/IconLabelList"/>
    <dgm:cxn modelId="{849B2CAE-6F56-4BF3-AB8B-D845744E8707}" type="presParOf" srcId="{FCB96C39-AF09-4B3A-9FBE-9A0A07AF31D3}" destId="{898D0417-F3B9-494C-BE72-F79BEC392385}" srcOrd="1" destOrd="0" presId="urn:microsoft.com/office/officeart/2018/2/layout/IconLabelList"/>
    <dgm:cxn modelId="{40856098-15B8-4890-A412-75695E42B3C4}" type="presParOf" srcId="{FCB96C39-AF09-4B3A-9FBE-9A0A07AF31D3}" destId="{55BEF1B0-012E-4FAC-A7F4-E03131540B3D}" srcOrd="2" destOrd="0" presId="urn:microsoft.com/office/officeart/2018/2/layout/IconLabelList"/>
    <dgm:cxn modelId="{2C70528B-3914-409D-94E4-7EEEC58E9EFA}" type="presParOf" srcId="{B93558D4-DEA6-4DE1-B417-F106DF3D0D23}" destId="{C2644898-9941-4F9A-9064-3C51626A5CF5}" srcOrd="1" destOrd="0" presId="urn:microsoft.com/office/officeart/2018/2/layout/IconLabelList"/>
    <dgm:cxn modelId="{F3F45CDE-F9A3-44D5-95EF-2DB176E9814F}" type="presParOf" srcId="{B93558D4-DEA6-4DE1-B417-F106DF3D0D23}" destId="{5D5AA52D-5E2A-412D-A699-071C4F226210}" srcOrd="2" destOrd="0" presId="urn:microsoft.com/office/officeart/2018/2/layout/IconLabelList"/>
    <dgm:cxn modelId="{64C4D15E-245C-44DB-A280-374A6DF7F622}" type="presParOf" srcId="{5D5AA52D-5E2A-412D-A699-071C4F226210}" destId="{9D4E471D-070B-48AC-A9AA-6973D87AA466}" srcOrd="0" destOrd="0" presId="urn:microsoft.com/office/officeart/2018/2/layout/IconLabelList"/>
    <dgm:cxn modelId="{3D7CDDA6-D26B-4EA1-B4AE-1BC000CD3FF8}" type="presParOf" srcId="{5D5AA52D-5E2A-412D-A699-071C4F226210}" destId="{C6E9E057-9A66-4C95-B4B6-F3771DE9D5CB}" srcOrd="1" destOrd="0" presId="urn:microsoft.com/office/officeart/2018/2/layout/IconLabelList"/>
    <dgm:cxn modelId="{0145192C-4FC6-4236-A499-7D657FB97E5F}" type="presParOf" srcId="{5D5AA52D-5E2A-412D-A699-071C4F226210}" destId="{B6FCD5DA-BCB2-4B1D-BD68-03EBB89D04F5}" srcOrd="2" destOrd="0" presId="urn:microsoft.com/office/officeart/2018/2/layout/IconLabelList"/>
    <dgm:cxn modelId="{313D7D8C-5EEF-4EB5-816E-74C33B390F2F}" type="presParOf" srcId="{B93558D4-DEA6-4DE1-B417-F106DF3D0D23}" destId="{3C79859D-7A72-4C45-A824-8D5A1318C1D7}" srcOrd="3" destOrd="0" presId="urn:microsoft.com/office/officeart/2018/2/layout/IconLabelList"/>
    <dgm:cxn modelId="{94702A92-B763-4836-B137-C018E39E4578}" type="presParOf" srcId="{B93558D4-DEA6-4DE1-B417-F106DF3D0D23}" destId="{98E0A6BF-0114-4429-94FA-6624653A6B3D}" srcOrd="4" destOrd="0" presId="urn:microsoft.com/office/officeart/2018/2/layout/IconLabelList"/>
    <dgm:cxn modelId="{3D008564-E083-4FE3-95A0-FF2A4029B4BC}" type="presParOf" srcId="{98E0A6BF-0114-4429-94FA-6624653A6B3D}" destId="{4FFE9D13-EB0E-4301-B0DA-EEEAFFEDB192}" srcOrd="0" destOrd="0" presId="urn:microsoft.com/office/officeart/2018/2/layout/IconLabelList"/>
    <dgm:cxn modelId="{563C8571-CA51-4220-85EC-7F6A80241E4E}" type="presParOf" srcId="{98E0A6BF-0114-4429-94FA-6624653A6B3D}" destId="{C4FF28BF-3A91-4736-B464-EBB504DAEB53}" srcOrd="1" destOrd="0" presId="urn:microsoft.com/office/officeart/2018/2/layout/IconLabelList"/>
    <dgm:cxn modelId="{EA8F214F-02DD-4236-B195-4EA66A4B93C4}" type="presParOf" srcId="{98E0A6BF-0114-4429-94FA-6624653A6B3D}" destId="{89499850-170A-4911-9204-D9C7E7935822}" srcOrd="2" destOrd="0" presId="urn:microsoft.com/office/officeart/2018/2/layout/IconLabelList"/>
    <dgm:cxn modelId="{800CF8AC-A491-4D04-BC43-8782BA82CAEB}" type="presParOf" srcId="{B93558D4-DEA6-4DE1-B417-F106DF3D0D23}" destId="{F4DFC886-9732-4D32-A9EC-58849610C4DD}" srcOrd="5" destOrd="0" presId="urn:microsoft.com/office/officeart/2018/2/layout/IconLabelList"/>
    <dgm:cxn modelId="{65F654C0-85D7-4B10-8F98-2898230E508D}" type="presParOf" srcId="{B93558D4-DEA6-4DE1-B417-F106DF3D0D23}" destId="{B7B1E134-6A8E-44E6-BFF1-A494C51DE2F7}" srcOrd="6" destOrd="0" presId="urn:microsoft.com/office/officeart/2018/2/layout/IconLabelList"/>
    <dgm:cxn modelId="{0E664934-5F0D-42A8-8089-96BCC63D930C}" type="presParOf" srcId="{B7B1E134-6A8E-44E6-BFF1-A494C51DE2F7}" destId="{8A67D82A-60EB-44DE-8EB9-7E2856E096B6}" srcOrd="0" destOrd="0" presId="urn:microsoft.com/office/officeart/2018/2/layout/IconLabelList"/>
    <dgm:cxn modelId="{55520D42-CDED-4721-9AC3-A7F015F7E169}" type="presParOf" srcId="{B7B1E134-6A8E-44E6-BFF1-A494C51DE2F7}" destId="{573CA4D7-6130-47ED-B157-BA1C81CCB968}" srcOrd="1" destOrd="0" presId="urn:microsoft.com/office/officeart/2018/2/layout/IconLabelList"/>
    <dgm:cxn modelId="{329694C5-2824-44AC-BADE-01912D147F6E}" type="presParOf" srcId="{B7B1E134-6A8E-44E6-BFF1-A494C51DE2F7}" destId="{0BF63DEC-08E5-416D-94F3-EA6B2FAB562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D27E94-11DF-4910-9A79-085F96F8B88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FBE2B8-2A70-4EB0-A925-D026F501E7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Electronics generates highest revenue</a:t>
          </a:r>
        </a:p>
      </dgm:t>
    </dgm:pt>
    <dgm:pt modelId="{C1C71121-455B-4B85-986A-6D652F9DDD0E}" type="parTrans" cxnId="{5E71E7CF-861E-46C1-8892-7201D3DBA029}">
      <dgm:prSet/>
      <dgm:spPr/>
      <dgm:t>
        <a:bodyPr/>
        <a:lstStyle/>
        <a:p>
          <a:endParaRPr lang="en-US"/>
        </a:p>
      </dgm:t>
    </dgm:pt>
    <dgm:pt modelId="{64792B32-5868-48C6-9E95-CC46E3CB68BA}" type="sibTrans" cxnId="{5E71E7CF-861E-46C1-8892-7201D3DBA029}">
      <dgm:prSet/>
      <dgm:spPr/>
      <dgm:t>
        <a:bodyPr/>
        <a:lstStyle/>
        <a:p>
          <a:endParaRPr lang="en-US"/>
        </a:p>
      </dgm:t>
    </dgm:pt>
    <dgm:pt modelId="{AE962730-07BA-4EF1-B5C8-1148CEF509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Hyderabad leads in sales</a:t>
          </a:r>
        </a:p>
      </dgm:t>
    </dgm:pt>
    <dgm:pt modelId="{0388A961-57A4-484D-9033-210DE117B961}" type="parTrans" cxnId="{A2A15426-74C1-49E9-ADAC-64DE424728B1}">
      <dgm:prSet/>
      <dgm:spPr/>
      <dgm:t>
        <a:bodyPr/>
        <a:lstStyle/>
        <a:p>
          <a:endParaRPr lang="en-US"/>
        </a:p>
      </dgm:t>
    </dgm:pt>
    <dgm:pt modelId="{4EF82D60-824D-4D3E-AC23-624A81F85FBA}" type="sibTrans" cxnId="{A2A15426-74C1-49E9-ADAC-64DE424728B1}">
      <dgm:prSet/>
      <dgm:spPr/>
      <dgm:t>
        <a:bodyPr/>
        <a:lstStyle/>
        <a:p>
          <a:endParaRPr lang="en-US"/>
        </a:p>
      </dgm:t>
    </dgm:pt>
    <dgm:pt modelId="{65F00BEF-47F6-46D3-B200-E0B7181B8C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UPI is most used payment mode</a:t>
          </a:r>
        </a:p>
      </dgm:t>
    </dgm:pt>
    <dgm:pt modelId="{8E336AD7-9C3A-46BE-B01D-65B0F65047EC}" type="parTrans" cxnId="{D1195AA9-6846-4CE3-B6B2-A56D32AF9C9D}">
      <dgm:prSet/>
      <dgm:spPr/>
      <dgm:t>
        <a:bodyPr/>
        <a:lstStyle/>
        <a:p>
          <a:endParaRPr lang="en-US"/>
        </a:p>
      </dgm:t>
    </dgm:pt>
    <dgm:pt modelId="{D7F17DA1-F6EF-4ABC-85E2-93C65ADB94AD}" type="sibTrans" cxnId="{D1195AA9-6846-4CE3-B6B2-A56D32AF9C9D}">
      <dgm:prSet/>
      <dgm:spPr/>
      <dgm:t>
        <a:bodyPr/>
        <a:lstStyle/>
        <a:p>
          <a:endParaRPr lang="en-US"/>
        </a:p>
      </dgm:t>
    </dgm:pt>
    <dgm:pt modelId="{DFFB8817-40B1-4E5E-8784-D3CC1F82F12D}" type="pres">
      <dgm:prSet presAssocID="{F3D27E94-11DF-4910-9A79-085F96F8B889}" presName="root" presStyleCnt="0">
        <dgm:presLayoutVars>
          <dgm:dir/>
          <dgm:resizeHandles val="exact"/>
        </dgm:presLayoutVars>
      </dgm:prSet>
      <dgm:spPr/>
    </dgm:pt>
    <dgm:pt modelId="{3DFF508E-6183-4158-81B6-C61D10AEB3BF}" type="pres">
      <dgm:prSet presAssocID="{14FBE2B8-2A70-4EB0-A925-D026F501E71D}" presName="compNode" presStyleCnt="0"/>
      <dgm:spPr/>
    </dgm:pt>
    <dgm:pt modelId="{037AA387-DD2C-4F1F-9D8D-F84DBDECB666}" type="pres">
      <dgm:prSet presAssocID="{14FBE2B8-2A70-4EB0-A925-D026F501E71D}" presName="bgRect" presStyleLbl="bgShp" presStyleIdx="0" presStyleCnt="3"/>
      <dgm:spPr/>
    </dgm:pt>
    <dgm:pt modelId="{C6276E56-92D0-4DEA-BAA7-5BD870C2F8E2}" type="pres">
      <dgm:prSet presAssocID="{14FBE2B8-2A70-4EB0-A925-D026F501E71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0C116AE-F9A6-42B2-9CCC-F7752EFF6D05}" type="pres">
      <dgm:prSet presAssocID="{14FBE2B8-2A70-4EB0-A925-D026F501E71D}" presName="spaceRect" presStyleCnt="0"/>
      <dgm:spPr/>
    </dgm:pt>
    <dgm:pt modelId="{74E5648F-A875-406F-9ECA-922340DE244F}" type="pres">
      <dgm:prSet presAssocID="{14FBE2B8-2A70-4EB0-A925-D026F501E71D}" presName="parTx" presStyleLbl="revTx" presStyleIdx="0" presStyleCnt="3">
        <dgm:presLayoutVars>
          <dgm:chMax val="0"/>
          <dgm:chPref val="0"/>
        </dgm:presLayoutVars>
      </dgm:prSet>
      <dgm:spPr/>
    </dgm:pt>
    <dgm:pt modelId="{E7FC41CC-75C3-4656-8BD6-CE7E8DA1CABF}" type="pres">
      <dgm:prSet presAssocID="{64792B32-5868-48C6-9E95-CC46E3CB68BA}" presName="sibTrans" presStyleCnt="0"/>
      <dgm:spPr/>
    </dgm:pt>
    <dgm:pt modelId="{FC3801F8-B171-4B02-A684-1C852E0D9186}" type="pres">
      <dgm:prSet presAssocID="{AE962730-07BA-4EF1-B5C8-1148CEF509DF}" presName="compNode" presStyleCnt="0"/>
      <dgm:spPr/>
    </dgm:pt>
    <dgm:pt modelId="{7510B506-04B4-49E3-8DA5-773CC54D5B33}" type="pres">
      <dgm:prSet presAssocID="{AE962730-07BA-4EF1-B5C8-1148CEF509DF}" presName="bgRect" presStyleLbl="bgShp" presStyleIdx="1" presStyleCnt="3"/>
      <dgm:spPr/>
    </dgm:pt>
    <dgm:pt modelId="{72210CF3-EAE8-492D-8189-960840C83326}" type="pres">
      <dgm:prSet presAssocID="{AE962730-07BA-4EF1-B5C8-1148CEF509D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6E9848B-86E5-4F47-A8D8-82E80EDA3498}" type="pres">
      <dgm:prSet presAssocID="{AE962730-07BA-4EF1-B5C8-1148CEF509DF}" presName="spaceRect" presStyleCnt="0"/>
      <dgm:spPr/>
    </dgm:pt>
    <dgm:pt modelId="{2FF0FAD1-EBF6-4D0F-BC16-3BA047B0309F}" type="pres">
      <dgm:prSet presAssocID="{AE962730-07BA-4EF1-B5C8-1148CEF509DF}" presName="parTx" presStyleLbl="revTx" presStyleIdx="1" presStyleCnt="3">
        <dgm:presLayoutVars>
          <dgm:chMax val="0"/>
          <dgm:chPref val="0"/>
        </dgm:presLayoutVars>
      </dgm:prSet>
      <dgm:spPr/>
    </dgm:pt>
    <dgm:pt modelId="{8DA18C67-7339-43C0-B9E6-9F33A265C6F6}" type="pres">
      <dgm:prSet presAssocID="{4EF82D60-824D-4D3E-AC23-624A81F85FBA}" presName="sibTrans" presStyleCnt="0"/>
      <dgm:spPr/>
    </dgm:pt>
    <dgm:pt modelId="{3A7800FE-E0EE-4A29-92E5-DF0E98FEF38B}" type="pres">
      <dgm:prSet presAssocID="{65F00BEF-47F6-46D3-B200-E0B7181B8CD0}" presName="compNode" presStyleCnt="0"/>
      <dgm:spPr/>
    </dgm:pt>
    <dgm:pt modelId="{6A0D78BC-0E72-4232-9465-5D1D91AA4815}" type="pres">
      <dgm:prSet presAssocID="{65F00BEF-47F6-46D3-B200-E0B7181B8CD0}" presName="bgRect" presStyleLbl="bgShp" presStyleIdx="2" presStyleCnt="3"/>
      <dgm:spPr/>
    </dgm:pt>
    <dgm:pt modelId="{A89FBC7E-BA60-499F-8E7F-8F17B0F61A58}" type="pres">
      <dgm:prSet presAssocID="{65F00BEF-47F6-46D3-B200-E0B7181B8CD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97182287-E05A-4208-BD6C-6BB56B272D61}" type="pres">
      <dgm:prSet presAssocID="{65F00BEF-47F6-46D3-B200-E0B7181B8CD0}" presName="spaceRect" presStyleCnt="0"/>
      <dgm:spPr/>
    </dgm:pt>
    <dgm:pt modelId="{D5AD0E08-AF3C-4141-8D0D-46530EA087A0}" type="pres">
      <dgm:prSet presAssocID="{65F00BEF-47F6-46D3-B200-E0B7181B8CD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4D8C202-20EE-47E7-B09E-9E24FA559A6E}" type="presOf" srcId="{F3D27E94-11DF-4910-9A79-085F96F8B889}" destId="{DFFB8817-40B1-4E5E-8784-D3CC1F82F12D}" srcOrd="0" destOrd="0" presId="urn:microsoft.com/office/officeart/2018/2/layout/IconVerticalSolidList"/>
    <dgm:cxn modelId="{A2A15426-74C1-49E9-ADAC-64DE424728B1}" srcId="{F3D27E94-11DF-4910-9A79-085F96F8B889}" destId="{AE962730-07BA-4EF1-B5C8-1148CEF509DF}" srcOrd="1" destOrd="0" parTransId="{0388A961-57A4-484D-9033-210DE117B961}" sibTransId="{4EF82D60-824D-4D3E-AC23-624A81F85FBA}"/>
    <dgm:cxn modelId="{9B48E066-02E5-4541-B3DC-AE383D38470A}" type="presOf" srcId="{14FBE2B8-2A70-4EB0-A925-D026F501E71D}" destId="{74E5648F-A875-406F-9ECA-922340DE244F}" srcOrd="0" destOrd="0" presId="urn:microsoft.com/office/officeart/2018/2/layout/IconVerticalSolidList"/>
    <dgm:cxn modelId="{A6AC907A-0E23-4E1D-A73D-D81EEAE547ED}" type="presOf" srcId="{AE962730-07BA-4EF1-B5C8-1148CEF509DF}" destId="{2FF0FAD1-EBF6-4D0F-BC16-3BA047B0309F}" srcOrd="0" destOrd="0" presId="urn:microsoft.com/office/officeart/2018/2/layout/IconVerticalSolidList"/>
    <dgm:cxn modelId="{A38F4DA4-F0F2-40A5-9B4D-1E4BF09C618C}" type="presOf" srcId="{65F00BEF-47F6-46D3-B200-E0B7181B8CD0}" destId="{D5AD0E08-AF3C-4141-8D0D-46530EA087A0}" srcOrd="0" destOrd="0" presId="urn:microsoft.com/office/officeart/2018/2/layout/IconVerticalSolidList"/>
    <dgm:cxn modelId="{D1195AA9-6846-4CE3-B6B2-A56D32AF9C9D}" srcId="{F3D27E94-11DF-4910-9A79-085F96F8B889}" destId="{65F00BEF-47F6-46D3-B200-E0B7181B8CD0}" srcOrd="2" destOrd="0" parTransId="{8E336AD7-9C3A-46BE-B01D-65B0F65047EC}" sibTransId="{D7F17DA1-F6EF-4ABC-85E2-93C65ADB94AD}"/>
    <dgm:cxn modelId="{5E71E7CF-861E-46C1-8892-7201D3DBA029}" srcId="{F3D27E94-11DF-4910-9A79-085F96F8B889}" destId="{14FBE2B8-2A70-4EB0-A925-D026F501E71D}" srcOrd="0" destOrd="0" parTransId="{C1C71121-455B-4B85-986A-6D652F9DDD0E}" sibTransId="{64792B32-5868-48C6-9E95-CC46E3CB68BA}"/>
    <dgm:cxn modelId="{5E722B2E-50FD-454F-9C90-4FCD3B6575E8}" type="presParOf" srcId="{DFFB8817-40B1-4E5E-8784-D3CC1F82F12D}" destId="{3DFF508E-6183-4158-81B6-C61D10AEB3BF}" srcOrd="0" destOrd="0" presId="urn:microsoft.com/office/officeart/2018/2/layout/IconVerticalSolidList"/>
    <dgm:cxn modelId="{7A07847E-9EBD-4FD0-AE2E-1188CCC0F32C}" type="presParOf" srcId="{3DFF508E-6183-4158-81B6-C61D10AEB3BF}" destId="{037AA387-DD2C-4F1F-9D8D-F84DBDECB666}" srcOrd="0" destOrd="0" presId="urn:microsoft.com/office/officeart/2018/2/layout/IconVerticalSolidList"/>
    <dgm:cxn modelId="{410D8F34-0EC1-4A40-9A97-037F51D2F592}" type="presParOf" srcId="{3DFF508E-6183-4158-81B6-C61D10AEB3BF}" destId="{C6276E56-92D0-4DEA-BAA7-5BD870C2F8E2}" srcOrd="1" destOrd="0" presId="urn:microsoft.com/office/officeart/2018/2/layout/IconVerticalSolidList"/>
    <dgm:cxn modelId="{EAC3C82A-BD27-4430-9625-0017D4D2AA1E}" type="presParOf" srcId="{3DFF508E-6183-4158-81B6-C61D10AEB3BF}" destId="{90C116AE-F9A6-42B2-9CCC-F7752EFF6D05}" srcOrd="2" destOrd="0" presId="urn:microsoft.com/office/officeart/2018/2/layout/IconVerticalSolidList"/>
    <dgm:cxn modelId="{6BBEC016-2256-4753-BB71-523E5B08E8DE}" type="presParOf" srcId="{3DFF508E-6183-4158-81B6-C61D10AEB3BF}" destId="{74E5648F-A875-406F-9ECA-922340DE244F}" srcOrd="3" destOrd="0" presId="urn:microsoft.com/office/officeart/2018/2/layout/IconVerticalSolidList"/>
    <dgm:cxn modelId="{86A2C990-0074-4391-B023-BD8644EAEC5E}" type="presParOf" srcId="{DFFB8817-40B1-4E5E-8784-D3CC1F82F12D}" destId="{E7FC41CC-75C3-4656-8BD6-CE7E8DA1CABF}" srcOrd="1" destOrd="0" presId="urn:microsoft.com/office/officeart/2018/2/layout/IconVerticalSolidList"/>
    <dgm:cxn modelId="{9DBB913A-1EC1-4CF1-9870-27A7ABA70276}" type="presParOf" srcId="{DFFB8817-40B1-4E5E-8784-D3CC1F82F12D}" destId="{FC3801F8-B171-4B02-A684-1C852E0D9186}" srcOrd="2" destOrd="0" presId="urn:microsoft.com/office/officeart/2018/2/layout/IconVerticalSolidList"/>
    <dgm:cxn modelId="{62FCDED9-1865-4FA5-ABA4-D13C3276F0B9}" type="presParOf" srcId="{FC3801F8-B171-4B02-A684-1C852E0D9186}" destId="{7510B506-04B4-49E3-8DA5-773CC54D5B33}" srcOrd="0" destOrd="0" presId="urn:microsoft.com/office/officeart/2018/2/layout/IconVerticalSolidList"/>
    <dgm:cxn modelId="{FA6115BD-F066-41AE-AAFD-6B16E107A7F6}" type="presParOf" srcId="{FC3801F8-B171-4B02-A684-1C852E0D9186}" destId="{72210CF3-EAE8-492D-8189-960840C83326}" srcOrd="1" destOrd="0" presId="urn:microsoft.com/office/officeart/2018/2/layout/IconVerticalSolidList"/>
    <dgm:cxn modelId="{7584C5C0-B506-4CCD-A037-DFD44EEE47F2}" type="presParOf" srcId="{FC3801F8-B171-4B02-A684-1C852E0D9186}" destId="{66E9848B-86E5-4F47-A8D8-82E80EDA3498}" srcOrd="2" destOrd="0" presId="urn:microsoft.com/office/officeart/2018/2/layout/IconVerticalSolidList"/>
    <dgm:cxn modelId="{AFC619A6-5F1D-4DF1-981F-48B0C6D3500A}" type="presParOf" srcId="{FC3801F8-B171-4B02-A684-1C852E0D9186}" destId="{2FF0FAD1-EBF6-4D0F-BC16-3BA047B0309F}" srcOrd="3" destOrd="0" presId="urn:microsoft.com/office/officeart/2018/2/layout/IconVerticalSolidList"/>
    <dgm:cxn modelId="{94035DC9-47C6-41B7-8350-9F838181E43B}" type="presParOf" srcId="{DFFB8817-40B1-4E5E-8784-D3CC1F82F12D}" destId="{8DA18C67-7339-43C0-B9E6-9F33A265C6F6}" srcOrd="3" destOrd="0" presId="urn:microsoft.com/office/officeart/2018/2/layout/IconVerticalSolidList"/>
    <dgm:cxn modelId="{6E00CA57-BB6A-4C5F-B9C7-F43450081A77}" type="presParOf" srcId="{DFFB8817-40B1-4E5E-8784-D3CC1F82F12D}" destId="{3A7800FE-E0EE-4A29-92E5-DF0E98FEF38B}" srcOrd="4" destOrd="0" presId="urn:microsoft.com/office/officeart/2018/2/layout/IconVerticalSolidList"/>
    <dgm:cxn modelId="{E96F2164-8143-4826-BC16-443A2C3C526A}" type="presParOf" srcId="{3A7800FE-E0EE-4A29-92E5-DF0E98FEF38B}" destId="{6A0D78BC-0E72-4232-9465-5D1D91AA4815}" srcOrd="0" destOrd="0" presId="urn:microsoft.com/office/officeart/2018/2/layout/IconVerticalSolidList"/>
    <dgm:cxn modelId="{D48BBEDF-95FD-48F1-908A-C53BFEFC63C9}" type="presParOf" srcId="{3A7800FE-E0EE-4A29-92E5-DF0E98FEF38B}" destId="{A89FBC7E-BA60-499F-8E7F-8F17B0F61A58}" srcOrd="1" destOrd="0" presId="urn:microsoft.com/office/officeart/2018/2/layout/IconVerticalSolidList"/>
    <dgm:cxn modelId="{4107424A-EC92-4B5D-8A50-5E025057762D}" type="presParOf" srcId="{3A7800FE-E0EE-4A29-92E5-DF0E98FEF38B}" destId="{97182287-E05A-4208-BD6C-6BB56B272D61}" srcOrd="2" destOrd="0" presId="urn:microsoft.com/office/officeart/2018/2/layout/IconVerticalSolidList"/>
    <dgm:cxn modelId="{25DBB68E-EF44-4F60-95D8-80D3B5A9384D}" type="presParOf" srcId="{3A7800FE-E0EE-4A29-92E5-DF0E98FEF38B}" destId="{D5AD0E08-AF3C-4141-8D0D-46530EA087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1BA7A-31FF-4481-9BFE-D597C3E37E6C}">
      <dsp:nvSpPr>
        <dsp:cNvPr id="0" name=""/>
        <dsp:cNvSpPr/>
      </dsp:nvSpPr>
      <dsp:spPr>
        <a:xfrm>
          <a:off x="212335" y="2017578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721DDC-CAD2-4251-879D-496DAD99FAE1}">
      <dsp:nvSpPr>
        <dsp:cNvPr id="0" name=""/>
        <dsp:cNvSpPr/>
      </dsp:nvSpPr>
      <dsp:spPr>
        <a:xfrm>
          <a:off x="492877" y="2298121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32E28-DCF7-49BD-9720-61A41BF35FFB}">
      <dsp:nvSpPr>
        <dsp:cNvPr id="0" name=""/>
        <dsp:cNvSpPr/>
      </dsp:nvSpPr>
      <dsp:spPr>
        <a:xfrm>
          <a:off x="1834517" y="201757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Dataset used: cleaned_sales.csv</a:t>
          </a:r>
        </a:p>
      </dsp:txBody>
      <dsp:txXfrm>
        <a:off x="1834517" y="2017578"/>
        <a:ext cx="3148942" cy="1335915"/>
      </dsp:txXfrm>
    </dsp:sp>
    <dsp:sp modelId="{F8F170DA-62B9-4C54-9633-7193138E2945}">
      <dsp:nvSpPr>
        <dsp:cNvPr id="0" name=""/>
        <dsp:cNvSpPr/>
      </dsp:nvSpPr>
      <dsp:spPr>
        <a:xfrm>
          <a:off x="5532139" y="2017578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5E74D2-54E2-4897-BA46-4B6F03DBBDDD}">
      <dsp:nvSpPr>
        <dsp:cNvPr id="0" name=""/>
        <dsp:cNvSpPr/>
      </dsp:nvSpPr>
      <dsp:spPr>
        <a:xfrm>
          <a:off x="5812681" y="2298121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2EF4CF-F59B-4D7F-B958-88EC4650A323}">
      <dsp:nvSpPr>
        <dsp:cNvPr id="0" name=""/>
        <dsp:cNvSpPr/>
      </dsp:nvSpPr>
      <dsp:spPr>
        <a:xfrm>
          <a:off x="7154322" y="201757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Includes: Order ID, Category, Product, City, Payment Mode, Revenue</a:t>
          </a:r>
        </a:p>
      </dsp:txBody>
      <dsp:txXfrm>
        <a:off x="7154322" y="2017578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FDD37E-A260-4772-9EAA-5BDF19B971CA}">
      <dsp:nvSpPr>
        <dsp:cNvPr id="0" name=""/>
        <dsp:cNvSpPr/>
      </dsp:nvSpPr>
      <dsp:spPr>
        <a:xfrm>
          <a:off x="3080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29B5C-B62A-4F4F-B0B0-5C8B92EAB0B7}">
      <dsp:nvSpPr>
        <dsp:cNvPr id="0" name=""/>
        <dsp:cNvSpPr/>
      </dsp:nvSpPr>
      <dsp:spPr>
        <a:xfrm>
          <a:off x="247486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Total Revenue: 308799</a:t>
          </a:r>
        </a:p>
      </dsp:txBody>
      <dsp:txXfrm>
        <a:off x="288396" y="1634282"/>
        <a:ext cx="2117829" cy="1314957"/>
      </dsp:txXfrm>
    </dsp:sp>
    <dsp:sp modelId="{04BBAF3B-D4CA-49A0-9110-3247A6024FA2}">
      <dsp:nvSpPr>
        <dsp:cNvPr id="0" name=""/>
        <dsp:cNvSpPr/>
      </dsp:nvSpPr>
      <dsp:spPr>
        <a:xfrm>
          <a:off x="2691541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ED8CAA-6D7B-4C41-83DE-5BC975D69DB9}">
      <dsp:nvSpPr>
        <dsp:cNvPr id="0" name=""/>
        <dsp:cNvSpPr/>
      </dsp:nvSpPr>
      <dsp:spPr>
        <a:xfrm>
          <a:off x="2935947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Total Orders: 9</a:t>
          </a:r>
        </a:p>
      </dsp:txBody>
      <dsp:txXfrm>
        <a:off x="2976857" y="1634282"/>
        <a:ext cx="2117829" cy="1314957"/>
      </dsp:txXfrm>
    </dsp:sp>
    <dsp:sp modelId="{D7A3AD31-924C-4DB7-8D61-5CA08CE0B3E5}">
      <dsp:nvSpPr>
        <dsp:cNvPr id="0" name=""/>
        <dsp:cNvSpPr/>
      </dsp:nvSpPr>
      <dsp:spPr>
        <a:xfrm>
          <a:off x="5380002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BC89A-FE31-41A7-91A4-17CA9E6C05BA}">
      <dsp:nvSpPr>
        <dsp:cNvPr id="0" name=""/>
        <dsp:cNvSpPr/>
      </dsp:nvSpPr>
      <dsp:spPr>
        <a:xfrm>
          <a:off x="5624408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Average Order Value: 34311</a:t>
          </a:r>
        </a:p>
      </dsp:txBody>
      <dsp:txXfrm>
        <a:off x="5665318" y="1634282"/>
        <a:ext cx="2117829" cy="1314957"/>
      </dsp:txXfrm>
    </dsp:sp>
    <dsp:sp modelId="{8997ABFA-478F-4DF2-A516-E693427D2E60}">
      <dsp:nvSpPr>
        <dsp:cNvPr id="0" name=""/>
        <dsp:cNvSpPr/>
      </dsp:nvSpPr>
      <dsp:spPr>
        <a:xfrm>
          <a:off x="8068463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52EAD-23B5-49FF-B497-8C41630B8283}">
      <dsp:nvSpPr>
        <dsp:cNvPr id="0" name=""/>
        <dsp:cNvSpPr/>
      </dsp:nvSpPr>
      <dsp:spPr>
        <a:xfrm>
          <a:off x="8312869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Top Category: Electronics</a:t>
          </a:r>
        </a:p>
      </dsp:txBody>
      <dsp:txXfrm>
        <a:off x="8353779" y="1634282"/>
        <a:ext cx="2117829" cy="1314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4F67B-FC85-449A-A73F-6BBA9F687A88}">
      <dsp:nvSpPr>
        <dsp:cNvPr id="0" name=""/>
        <dsp:cNvSpPr/>
      </dsp:nvSpPr>
      <dsp:spPr>
        <a:xfrm>
          <a:off x="1891767" y="307846"/>
          <a:ext cx="738017" cy="7380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EF1B0-012E-4FAC-A7F4-E03131540B3D}">
      <dsp:nvSpPr>
        <dsp:cNvPr id="0" name=""/>
        <dsp:cNvSpPr/>
      </dsp:nvSpPr>
      <dsp:spPr>
        <a:xfrm>
          <a:off x="1440756" y="1291979"/>
          <a:ext cx="1640039" cy="65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Revenue by Category</a:t>
          </a:r>
        </a:p>
      </dsp:txBody>
      <dsp:txXfrm>
        <a:off x="1440756" y="1291979"/>
        <a:ext cx="1640039" cy="656015"/>
      </dsp:txXfrm>
    </dsp:sp>
    <dsp:sp modelId="{9D4E471D-070B-48AC-A9AA-6973D87AA466}">
      <dsp:nvSpPr>
        <dsp:cNvPr id="0" name=""/>
        <dsp:cNvSpPr/>
      </dsp:nvSpPr>
      <dsp:spPr>
        <a:xfrm>
          <a:off x="3818813" y="307846"/>
          <a:ext cx="738017" cy="7380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CD5DA-BCB2-4B1D-BD68-03EBB89D04F5}">
      <dsp:nvSpPr>
        <dsp:cNvPr id="0" name=""/>
        <dsp:cNvSpPr/>
      </dsp:nvSpPr>
      <dsp:spPr>
        <a:xfrm>
          <a:off x="3367802" y="1291979"/>
          <a:ext cx="1640039" cy="65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Revenue by City</a:t>
          </a:r>
        </a:p>
      </dsp:txBody>
      <dsp:txXfrm>
        <a:off x="3367802" y="1291979"/>
        <a:ext cx="1640039" cy="656015"/>
      </dsp:txXfrm>
    </dsp:sp>
    <dsp:sp modelId="{4FFE9D13-EB0E-4301-B0DA-EEEAFFEDB192}">
      <dsp:nvSpPr>
        <dsp:cNvPr id="0" name=""/>
        <dsp:cNvSpPr/>
      </dsp:nvSpPr>
      <dsp:spPr>
        <a:xfrm>
          <a:off x="5745859" y="307846"/>
          <a:ext cx="738017" cy="7380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99850-170A-4911-9204-D9C7E7935822}">
      <dsp:nvSpPr>
        <dsp:cNvPr id="0" name=""/>
        <dsp:cNvSpPr/>
      </dsp:nvSpPr>
      <dsp:spPr>
        <a:xfrm>
          <a:off x="5294848" y="1291979"/>
          <a:ext cx="1640039" cy="65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Payment Mode Distribution</a:t>
          </a:r>
        </a:p>
      </dsp:txBody>
      <dsp:txXfrm>
        <a:off x="5294848" y="1291979"/>
        <a:ext cx="1640039" cy="656015"/>
      </dsp:txXfrm>
    </dsp:sp>
    <dsp:sp modelId="{8A67D82A-60EB-44DE-8EB9-7E2856E096B6}">
      <dsp:nvSpPr>
        <dsp:cNvPr id="0" name=""/>
        <dsp:cNvSpPr/>
      </dsp:nvSpPr>
      <dsp:spPr>
        <a:xfrm>
          <a:off x="7672905" y="307846"/>
          <a:ext cx="738017" cy="7380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63DEC-08E5-416D-94F3-EA6B2FAB5626}">
      <dsp:nvSpPr>
        <dsp:cNvPr id="0" name=""/>
        <dsp:cNvSpPr/>
      </dsp:nvSpPr>
      <dsp:spPr>
        <a:xfrm>
          <a:off x="7221894" y="1291979"/>
          <a:ext cx="1640039" cy="65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Product-wise Revenue</a:t>
          </a:r>
        </a:p>
      </dsp:txBody>
      <dsp:txXfrm>
        <a:off x="7221894" y="1291979"/>
        <a:ext cx="1640039" cy="6560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7AA387-DD2C-4F1F-9D8D-F84DBDECB666}">
      <dsp:nvSpPr>
        <dsp:cNvPr id="0" name=""/>
        <dsp:cNvSpPr/>
      </dsp:nvSpPr>
      <dsp:spPr>
        <a:xfrm>
          <a:off x="0" y="531"/>
          <a:ext cx="6470277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76E56-92D0-4DEA-BAA7-5BD870C2F8E2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E5648F-A875-406F-9ECA-922340DE244F}">
      <dsp:nvSpPr>
        <dsp:cNvPr id="0" name=""/>
        <dsp:cNvSpPr/>
      </dsp:nvSpPr>
      <dsp:spPr>
        <a:xfrm>
          <a:off x="1435590" y="531"/>
          <a:ext cx="5034686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Electronics generates highest revenue</a:t>
          </a:r>
        </a:p>
      </dsp:txBody>
      <dsp:txXfrm>
        <a:off x="1435590" y="531"/>
        <a:ext cx="5034686" cy="1242935"/>
      </dsp:txXfrm>
    </dsp:sp>
    <dsp:sp modelId="{7510B506-04B4-49E3-8DA5-773CC54D5B33}">
      <dsp:nvSpPr>
        <dsp:cNvPr id="0" name=""/>
        <dsp:cNvSpPr/>
      </dsp:nvSpPr>
      <dsp:spPr>
        <a:xfrm>
          <a:off x="0" y="1554201"/>
          <a:ext cx="6470277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10CF3-EAE8-492D-8189-960840C83326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0FAD1-EBF6-4D0F-BC16-3BA047B0309F}">
      <dsp:nvSpPr>
        <dsp:cNvPr id="0" name=""/>
        <dsp:cNvSpPr/>
      </dsp:nvSpPr>
      <dsp:spPr>
        <a:xfrm>
          <a:off x="1435590" y="1554201"/>
          <a:ext cx="5034686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Hyderabad leads in sales</a:t>
          </a:r>
        </a:p>
      </dsp:txBody>
      <dsp:txXfrm>
        <a:off x="1435590" y="1554201"/>
        <a:ext cx="5034686" cy="1242935"/>
      </dsp:txXfrm>
    </dsp:sp>
    <dsp:sp modelId="{6A0D78BC-0E72-4232-9465-5D1D91AA4815}">
      <dsp:nvSpPr>
        <dsp:cNvPr id="0" name=""/>
        <dsp:cNvSpPr/>
      </dsp:nvSpPr>
      <dsp:spPr>
        <a:xfrm>
          <a:off x="0" y="3107870"/>
          <a:ext cx="6470277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9FBC7E-BA60-499F-8E7F-8F17B0F61A58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D0E08-AF3C-4141-8D0D-46530EA087A0}">
      <dsp:nvSpPr>
        <dsp:cNvPr id="0" name=""/>
        <dsp:cNvSpPr/>
      </dsp:nvSpPr>
      <dsp:spPr>
        <a:xfrm>
          <a:off x="1435590" y="3107870"/>
          <a:ext cx="5034686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UPI is most used payment mode</a:t>
          </a:r>
        </a:p>
      </dsp:txBody>
      <dsp:txXfrm>
        <a:off x="1435590" y="3107870"/>
        <a:ext cx="5034686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94CC7-59C4-B771-BAC6-CFD353061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9B0BB-3E84-68AC-CA7D-AD91212CF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5B252-24CF-4766-54A1-EE10C0CF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0DE91-3259-79D0-A1DD-8B2BA2ADE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6FA96-ED52-A802-F3BD-29110D22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05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FDB3-33A6-BBDA-70D7-597592F2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AFF10-A008-DB29-4D87-A366C6B71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4F80F-CA9F-7412-52A3-4012330F2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357FE-9F02-A14E-DBE2-49954D34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AAD53-D19F-EE5B-1305-3A81CB9B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9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6D87-EFF5-6E02-3737-31751ADC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70CF5-AFD4-CB37-1395-378FA65B5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1BC0A-AA3B-3917-5C53-772C61BC6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15ECC-675F-B121-77E1-3685062E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2257B-B28A-0605-9A37-670AE8DA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21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10AF-3E67-3916-CB0D-5FA9CCEC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E61D6-0AF0-E534-8141-6B1D85FEE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3A8A4-195D-53FD-455A-8EB4813F7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EC05D-D67B-19E3-5A2F-D3A8AEB89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AAE36-7A51-1C7E-66EF-E97ED0D1C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E462B-99A5-4588-0C6C-05C4EB87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36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051C-6DCA-2677-30AA-AEBE5E3E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A282D-F331-3C49-65DE-05923E6F2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32B5C-C4EC-07D2-8623-C757E2413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0ADEC1-D558-D173-67BB-4802CCA84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C46503-4F87-4BDE-0858-C79A07F75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18A1E-E1BE-AE7B-33C6-524635780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C3217-77DA-1C65-A44C-9F01CE24B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CED3D-A24C-5357-7E83-7A4C76EB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077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0086-ECDD-3463-0D47-4893FB42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6EF29-9EE6-4DB5-FEB8-D120720A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7D59E-74F2-87EA-AA89-F19D36E7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D1A7C-64DF-0AC8-07D3-0F37E80D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06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6ABE3-58AB-61B3-C45D-9047428BE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107EB-E692-704F-98AF-F5B2CF15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CF1DD-723E-E362-E3AD-4FBEC044D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71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A84BC-DA37-6360-817E-F7EF6C331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F86B8-320B-1D4A-0FB9-B9C2A2DC1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38AD1-CC62-29C6-ED1C-118212502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547E0-1E5C-18DD-3155-9EA77104F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43611-31E8-C965-1801-5D5B5780F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A3FA0-D46F-66B2-0426-B09DB7EA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10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BA72-B025-9DB3-9FCC-FCAB4B4B6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DF5907-6590-E9CD-382D-7D5F9DC1EC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72BBA-DE91-AC04-9E4E-F265EA963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3C648-CAA2-13C0-7185-A1BFE9DE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79FE6-6970-255C-73FD-D0F602355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E4F52-59AB-FB55-FF0C-B53728E3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59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FE4D4-EE91-1509-7065-4A5A79615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7D87B-E954-D60B-FA00-BE3CF7E3F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6A7ED-035E-0462-12F2-BCCE85E5F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5FEEE-7A96-3ED6-B77C-1D9862301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92EDF-A5AF-3696-0572-939C05AF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0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EA8DD-1CE8-6DBA-59C5-6A70F61F8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9F4C4-C4BD-BCB2-2B49-826EA091A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847FF-998D-5C49-DC36-E3F480F7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CCBCD-C382-F836-BCE9-627D815B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CBAA7-0896-1028-55AD-8A44BC1D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384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D526-2B39-22C0-3911-73617FD7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D2EBB-FC23-E45C-BE92-18A81DB16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7ACD4-D86F-ADBF-94AE-FD6341594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0F4B3-10A9-8532-925B-027DE392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033F3-A7D2-05C5-3484-4728DBC7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63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9C2BA-A2AB-D3B5-07C6-26C015AF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C22EF-047F-1FD5-6414-A767201DB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AB483-212B-929D-D35D-1BD1411D0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1E15B-49E2-411F-A32F-8BB875EF633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53B2A-8EAC-510B-F6F1-8AA71ADC6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DA8E8-F29B-24F2-3AF0-2C4CC3BAA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FD0C7-B9C3-46D1-B8F6-B21EB11ADF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398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E2A46A-1339-47DF-A3CE-47108C585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48" y="1124262"/>
            <a:ext cx="8017652" cy="2690413"/>
          </a:xfrm>
        </p:spPr>
        <p:txBody>
          <a:bodyPr anchor="t">
            <a:normAutofit/>
          </a:bodyPr>
          <a:lstStyle/>
          <a:p>
            <a:pPr algn="l"/>
            <a:r>
              <a:rPr lang="en-US" sz="5400">
                <a:solidFill>
                  <a:srgbClr val="FFFFFF"/>
                </a:solidFill>
              </a:rPr>
              <a:t>Sales Data Analysis &amp; Business Insights</a:t>
            </a:r>
            <a:endParaRPr lang="en-IN" sz="5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9E8B6-C8A1-8B89-BA1F-78FF54DE4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6348" y="5099566"/>
            <a:ext cx="6481746" cy="11997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/>
              <a:t>ApexPlanet Internship – Task 4</a:t>
            </a:r>
          </a:p>
          <a:p>
            <a:pPr algn="l"/>
            <a:r>
              <a:rPr lang="en-US" sz="2000"/>
              <a:t>Nagella Chinmaya Sai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9" name="Graphic 8" descr="Bar chart">
            <a:extLst>
              <a:ext uri="{FF2B5EF4-FFF2-40B4-BE49-F238E27FC236}">
                <a16:creationId xmlns:a16="http://schemas.microsoft.com/office/drawing/2014/main" id="{A2BEEE5F-06C7-AAFA-7210-6FCAD462C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5646" y="5061057"/>
            <a:ext cx="1199733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224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C94AF-16BE-2C42-4359-597C286D9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4" y="3673921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Objective</a:t>
            </a:r>
            <a:endParaRPr lang="en-US" sz="4000" b="1" kern="1200">
              <a:solidFill>
                <a:schemeClr val="tx2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E7970-3D63-8AA3-790B-BF55B000F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4937" y="4325470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To analyze sales data and extract meaningful insights for business decision-making.</a:t>
            </a:r>
          </a:p>
        </p:txBody>
      </p:sp>
      <p:pic>
        <p:nvPicPr>
          <p:cNvPr id="25" name="Graphic 24" descr="Research">
            <a:extLst>
              <a:ext uri="{FF2B5EF4-FFF2-40B4-BE49-F238E27FC236}">
                <a16:creationId xmlns:a16="http://schemas.microsoft.com/office/drawing/2014/main" id="{7377DC30-8098-D89E-5DB6-DDE8A75D9F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36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CAF4-ECE3-5BE6-5EBB-5BC542510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Dataset</a:t>
            </a:r>
            <a:endParaRPr lang="en-IN" b="1">
              <a:ea typeface="Calibri Light"/>
              <a:cs typeface="Calibri Light"/>
            </a:endParaRP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E3F99BEA-0CBA-AF24-9186-184B5504E4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4870687"/>
              </p:ext>
            </p:extLst>
          </p:nvPr>
        </p:nvGraphicFramePr>
        <p:xfrm>
          <a:off x="838200" y="805890"/>
          <a:ext cx="10515600" cy="5371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1770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831E4-EB1B-2A90-9700-E369B4C12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>
                <a:latin typeface="+mj-lt"/>
                <a:ea typeface="+mj-ea"/>
                <a:cs typeface="+mj-cs"/>
              </a:rPr>
              <a:t>Key Performance Indicators</a:t>
            </a:r>
            <a:endParaRPr lang="en-US" sz="5200" b="1" kern="1200">
              <a:latin typeface="+mj-lt"/>
              <a:ea typeface="Calibri Light"/>
              <a:cs typeface="Calibri Light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B7D6671-8B19-AADD-C768-C3895C8477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6577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1522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92EB-1009-5AD4-0451-6ED9DD542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965" y="152213"/>
            <a:ext cx="10134600" cy="1325563"/>
          </a:xfrm>
        </p:spPr>
        <p:txBody>
          <a:bodyPr/>
          <a:lstStyle/>
          <a:p>
            <a:r>
              <a:rPr lang="en-IN" b="1"/>
              <a:t>Visual Analysis</a:t>
            </a:r>
          </a:p>
        </p:txBody>
      </p:sp>
      <p:graphicFrame>
        <p:nvGraphicFramePr>
          <p:cNvPr id="11" name="Text Placeholder 2">
            <a:extLst>
              <a:ext uri="{FF2B5EF4-FFF2-40B4-BE49-F238E27FC236}">
                <a16:creationId xmlns:a16="http://schemas.microsoft.com/office/drawing/2014/main" id="{0375C6B7-1E32-19C8-CBA7-36B3B1BECB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7068149"/>
              </p:ext>
            </p:extLst>
          </p:nvPr>
        </p:nvGraphicFramePr>
        <p:xfrm>
          <a:off x="916642" y="1164478"/>
          <a:ext cx="10302690" cy="2255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0" name="Picture 109" descr="A graph with blue bars and text&#10;&#10;AI-generated content may be incorrect.">
            <a:extLst>
              <a:ext uri="{FF2B5EF4-FFF2-40B4-BE49-F238E27FC236}">
                <a16:creationId xmlns:a16="http://schemas.microsoft.com/office/drawing/2014/main" id="{83F43E0A-360F-18B7-4580-BEF346EE65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35" y="3429000"/>
            <a:ext cx="5188884" cy="311523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21C1C00D-3A39-3DA4-0399-614C2FE8E0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799" y="3413871"/>
            <a:ext cx="5678581" cy="315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4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631A-25F0-9A52-4508-CA602C54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Key Insights</a:t>
            </a:r>
            <a:endParaRPr lang="en-IN" b="1">
              <a:ea typeface="Calibri Light"/>
              <a:cs typeface="Calibri Light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9EB06EE-16E9-891A-89A3-2378B2AF3B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7654398"/>
              </p:ext>
            </p:extLst>
          </p:nvPr>
        </p:nvGraphicFramePr>
        <p:xfrm>
          <a:off x="838200" y="1825625"/>
          <a:ext cx="647027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5" name="Picture 24" descr="A pie chart with a pie chart and text&#10;&#10;AI-generated content may be incorrect.">
            <a:extLst>
              <a:ext uri="{FF2B5EF4-FFF2-40B4-BE49-F238E27FC236}">
                <a16:creationId xmlns:a16="http://schemas.microsoft.com/office/drawing/2014/main" id="{3D94D77E-E735-319E-1BD2-41E5A5DD80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6808" y="1511395"/>
            <a:ext cx="4202207" cy="478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66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3219B-A68C-A4CF-7957-1D98C2C5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Hypothesis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45F9D-BF5C-2FE0-EFD7-B647EEFE6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UPI is the most preferred payment method among customers.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Graphic 10" descr="Register">
            <a:extLst>
              <a:ext uri="{FF2B5EF4-FFF2-40B4-BE49-F238E27FC236}">
                <a16:creationId xmlns:a16="http://schemas.microsoft.com/office/drawing/2014/main" id="{7C53EFE3-CC30-C9E5-EA7C-DF246530C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2415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1D212-4159-DE63-A268-6CC9AA41A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220B1-44E4-6EC7-87AE-F513600F3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Data analysis shows UPI transactions are highest, supporting the hypothesis.</a:t>
            </a:r>
          </a:p>
        </p:txBody>
      </p:sp>
      <p:pic>
        <p:nvPicPr>
          <p:cNvPr id="21" name="Graphic 20" descr="Test Plan">
            <a:extLst>
              <a:ext uri="{FF2B5EF4-FFF2-40B4-BE49-F238E27FC236}">
                <a16:creationId xmlns:a16="http://schemas.microsoft.com/office/drawing/2014/main" id="{0F46D9A3-770E-6833-868F-7A1511527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9693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11E7B7-6B32-225A-B5EB-09588B1C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8E915-C7E9-5A8D-71D0-E0B69B370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 analysis helps understand business performance and customer behavior for better decisions.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38391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DC9CE-1A15-1ABA-BBFD-CD8523C05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IN" sz="5200" b="1"/>
              <a:t>Thank You</a:t>
            </a:r>
            <a:endParaRPr lang="en-IN" sz="5200" b="1">
              <a:ea typeface="Calibri Light"/>
              <a:cs typeface="Calibri Light"/>
            </a:endParaRPr>
          </a:p>
        </p:txBody>
      </p:sp>
      <p:pic>
        <p:nvPicPr>
          <p:cNvPr id="14" name="Graphic 13" descr="Smiling Face with No Fill">
            <a:extLst>
              <a:ext uri="{FF2B5EF4-FFF2-40B4-BE49-F238E27FC236}">
                <a16:creationId xmlns:a16="http://schemas.microsoft.com/office/drawing/2014/main" id="{CA03FBCD-8A3C-5AAD-848B-ABA6E970D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5" name="Graphic 14" descr="Smiling Face with No Fill">
            <a:extLst>
              <a:ext uri="{FF2B5EF4-FFF2-40B4-BE49-F238E27FC236}">
                <a16:creationId xmlns:a16="http://schemas.microsoft.com/office/drawing/2014/main" id="{6ABA598E-7F71-4861-8B81-D3784AB65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20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Sales Data Analysis &amp; Business Insights</vt:lpstr>
      <vt:lpstr>Objective</vt:lpstr>
      <vt:lpstr>Dataset</vt:lpstr>
      <vt:lpstr>Key Performance Indicators</vt:lpstr>
      <vt:lpstr>Visual Analysis</vt:lpstr>
      <vt:lpstr>Key Insights</vt:lpstr>
      <vt:lpstr>Hypothesis</vt:lpstr>
      <vt:lpstr>Validation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Chinmaya sai Nagella</dc:creator>
  <cp:lastModifiedBy>Chinmaya sai Nagella</cp:lastModifiedBy>
  <cp:revision>106</cp:revision>
  <dcterms:created xsi:type="dcterms:W3CDTF">2026-05-02T16:09:19Z</dcterms:created>
  <dcterms:modified xsi:type="dcterms:W3CDTF">2026-05-02T18:46:34Z</dcterms:modified>
</cp:coreProperties>
</file>